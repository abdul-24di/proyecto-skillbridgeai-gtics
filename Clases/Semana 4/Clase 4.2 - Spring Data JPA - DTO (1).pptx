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4" r:id="rId2"/>
    <p:sldMasterId id="2147483660" r:id="rId3"/>
    <p:sldMasterId id="2147483680" r:id="rId4"/>
  </p:sldMasterIdLst>
  <p:notesMasterIdLst>
    <p:notesMasterId r:id="rId26"/>
  </p:notesMasterIdLst>
  <p:handoutMasterIdLst>
    <p:handoutMasterId r:id="rId27"/>
  </p:handoutMasterIdLst>
  <p:sldIdLst>
    <p:sldId id="382" r:id="rId5"/>
    <p:sldId id="383" r:id="rId6"/>
    <p:sldId id="384" r:id="rId7"/>
    <p:sldId id="385" r:id="rId8"/>
    <p:sldId id="386" r:id="rId9"/>
    <p:sldId id="387" r:id="rId10"/>
    <p:sldId id="388" r:id="rId11"/>
    <p:sldId id="389" r:id="rId12"/>
    <p:sldId id="390" r:id="rId13"/>
    <p:sldId id="391" r:id="rId14"/>
    <p:sldId id="392" r:id="rId15"/>
    <p:sldId id="393" r:id="rId16"/>
    <p:sldId id="394" r:id="rId17"/>
    <p:sldId id="395" r:id="rId18"/>
    <p:sldId id="379" r:id="rId19"/>
    <p:sldId id="397" r:id="rId20"/>
    <p:sldId id="398" r:id="rId21"/>
    <p:sldId id="399" r:id="rId22"/>
    <p:sldId id="400" r:id="rId23"/>
    <p:sldId id="401" r:id="rId24"/>
    <p:sldId id="381" r:id="rId2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32C8"/>
    <a:srgbClr val="0A2451"/>
    <a:srgbClr val="7F32C8"/>
    <a:srgbClr val="0096C8"/>
    <a:srgbClr val="009A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5033" autoAdjust="0"/>
  </p:normalViewPr>
  <p:slideViewPr>
    <p:cSldViewPr snapToGrid="0" snapToObjects="1">
      <p:cViewPr varScale="1">
        <p:scale>
          <a:sx n="99" d="100"/>
          <a:sy n="99" d="100"/>
        </p:scale>
        <p:origin x="1110" y="30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DF0BF7D0-ACCD-45E0-9075-7974351BA6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dirty="0"/>
          </a:p>
        </p:txBody>
      </p:sp>
      <p:sp>
        <p:nvSpPr>
          <p:cNvPr id="3" name="Marcador de fecha 2">
            <a:extLst>
              <a:ext uri="{FF2B5EF4-FFF2-40B4-BE49-F238E27FC236}">
                <a16:creationId xmlns:a16="http://schemas.microsoft.com/office/drawing/2014/main" id="{63B6A517-4C1F-40CC-B607-62B10860738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240BD7-4B38-4A99-A6E7-5E1A97DAF11B}" type="datetimeFigureOut">
              <a:rPr lang="es-PE" smtClean="0"/>
              <a:t>14/04/2026</a:t>
            </a:fld>
            <a:endParaRPr lang="es-PE"/>
          </a:p>
        </p:txBody>
      </p:sp>
      <p:sp>
        <p:nvSpPr>
          <p:cNvPr id="4" name="Marcador de pie de página 3">
            <a:extLst>
              <a:ext uri="{FF2B5EF4-FFF2-40B4-BE49-F238E27FC236}">
                <a16:creationId xmlns:a16="http://schemas.microsoft.com/office/drawing/2014/main" id="{5DE1014B-0959-4D3A-8DC3-99369C9107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5A5F80A8-C49B-4372-B96A-23231D58BE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3D7DB4-D5A9-475B-BF72-4B93DC046C52}" type="slidenum">
              <a:rPr lang="es-PE" smtClean="0"/>
              <a:t>‹Nº›</a:t>
            </a:fld>
            <a:endParaRPr lang="es-PE"/>
          </a:p>
        </p:txBody>
      </p:sp>
    </p:spTree>
    <p:extLst>
      <p:ext uri="{BB962C8B-B14F-4D97-AF65-F5344CB8AC3E}">
        <p14:creationId xmlns:p14="http://schemas.microsoft.com/office/powerpoint/2010/main" val="1126361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2EFC3-66C1-4423-B1B2-E7C9DCCB5C75}" type="datetimeFigureOut">
              <a:rPr lang="es-PE" smtClean="0"/>
              <a:t>14/04/2026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75E41-3A85-45FC-A38E-3ABB827C81B6}" type="slidenum">
              <a:rPr lang="es-PE" smtClean="0"/>
              <a:t>‹Nº›</a:t>
            </a:fld>
            <a:endParaRPr lang="es-PE"/>
          </a:p>
        </p:txBody>
      </p:sp>
    </p:spTree>
    <p:extLst>
      <p:ext uri="{BB962C8B-B14F-4D97-AF65-F5344CB8AC3E}">
        <p14:creationId xmlns:p14="http://schemas.microsoft.com/office/powerpoint/2010/main" val="205376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D9D2A5-97BD-8444-B300-CB3EF7767EE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dirty="0"/>
          </a:p>
        </p:txBody>
      </p:sp>
      <p:sp>
        <p:nvSpPr>
          <p:cNvPr id="3" name="Marcador de texto 2">
            <a:extLst>
              <a:ext uri="{FF2B5EF4-FFF2-40B4-BE49-F238E27FC236}">
                <a16:creationId xmlns:a16="http://schemas.microsoft.com/office/drawing/2014/main" id="{8295BA6D-368F-2A4C-86C6-7C5248238B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Marcador de fecha 6">
            <a:extLst>
              <a:ext uri="{FF2B5EF4-FFF2-40B4-BE49-F238E27FC236}">
                <a16:creationId xmlns:a16="http://schemas.microsoft.com/office/drawing/2014/main" id="{ABBDFEDA-4707-4FCF-B728-8770DE811E89}"/>
              </a:ext>
            </a:extLst>
          </p:cNvPr>
          <p:cNvSpPr>
            <a:spLocks noGrp="1"/>
          </p:cNvSpPr>
          <p:nvPr>
            <p:ph type="dt" sz="half" idx="10"/>
          </p:nvPr>
        </p:nvSpPr>
        <p:spPr/>
        <p:txBody>
          <a:bodyPr/>
          <a:lstStyle/>
          <a:p>
            <a:fld id="{7B51C491-E0CA-4324-AB99-27795370E731}" type="datetime6">
              <a:rPr lang="es-PE" smtClean="0"/>
              <a:t>Abril de 2026</a:t>
            </a:fld>
            <a:endParaRPr lang="es-PE" dirty="0"/>
          </a:p>
        </p:txBody>
      </p:sp>
      <p:sp>
        <p:nvSpPr>
          <p:cNvPr id="8" name="Marcador de pie de página 7">
            <a:extLst>
              <a:ext uri="{FF2B5EF4-FFF2-40B4-BE49-F238E27FC236}">
                <a16:creationId xmlns:a16="http://schemas.microsoft.com/office/drawing/2014/main" id="{0FEC6C11-5534-41C2-AE3F-23A2E42B2787}"/>
              </a:ext>
            </a:extLst>
          </p:cNvPr>
          <p:cNvSpPr>
            <a:spLocks noGrp="1"/>
          </p:cNvSpPr>
          <p:nvPr>
            <p:ph type="ftr" sz="quarter" idx="11"/>
          </p:nvPr>
        </p:nvSpPr>
        <p:spPr/>
        <p:txBody>
          <a:bodyPr/>
          <a:lstStyle/>
          <a:p>
            <a:r>
              <a:rPr lang="es-PE"/>
              <a:t>Nombre de Curso</a:t>
            </a:r>
            <a:endParaRPr lang="es-PE" dirty="0"/>
          </a:p>
        </p:txBody>
      </p:sp>
      <p:sp>
        <p:nvSpPr>
          <p:cNvPr id="9" name="Marcador de número de diapositiva 8">
            <a:extLst>
              <a:ext uri="{FF2B5EF4-FFF2-40B4-BE49-F238E27FC236}">
                <a16:creationId xmlns:a16="http://schemas.microsoft.com/office/drawing/2014/main" id="{C596F09D-DC31-489D-B4ED-C366F8894D98}"/>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166910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EBB98E25-E046-416A-8AD2-E2EA35E0D47B}" type="datetime6">
              <a:rPr lang="es-PE" smtClean="0"/>
              <a:t>Abril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s-PE"/>
              <a:t>Nombre de Curso</a:t>
            </a:r>
          </a:p>
        </p:txBody>
      </p:sp>
      <p:sp>
        <p:nvSpPr>
          <p:cNvPr id="5" name="Marcador de número de diapositiva 4">
            <a:extLst>
              <a:ext uri="{FF2B5EF4-FFF2-40B4-BE49-F238E27FC236}">
                <a16:creationId xmlns:a16="http://schemas.microsoft.com/office/drawing/2014/main" id="{D4EB1898-D756-124E-BD1B-9A75D2250EBB}"/>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6028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373F8130-A112-4F15-AFC2-368CC75448B6}" type="datetime6">
              <a:rPr lang="es-PE" smtClean="0"/>
              <a:t>Abril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s-PE"/>
              <a:t>Nombre de Curso</a:t>
            </a:r>
          </a:p>
        </p:txBody>
      </p:sp>
      <p:sp>
        <p:nvSpPr>
          <p:cNvPr id="5" name="Marcador de número de diapositiva 4">
            <a:extLst>
              <a:ext uri="{FF2B5EF4-FFF2-40B4-BE49-F238E27FC236}">
                <a16:creationId xmlns:a16="http://schemas.microsoft.com/office/drawing/2014/main" id="{D4EB1898-D756-124E-BD1B-9A75D2250EBB}"/>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
        <p:nvSpPr>
          <p:cNvPr id="2" name="Title 1">
            <a:extLst>
              <a:ext uri="{FF2B5EF4-FFF2-40B4-BE49-F238E27FC236}">
                <a16:creationId xmlns:a16="http://schemas.microsoft.com/office/drawing/2014/main" id="{1C996BDD-8036-732D-98BA-0F2E3735264C}"/>
              </a:ext>
            </a:extLst>
          </p:cNvPr>
          <p:cNvSpPr>
            <a:spLocks noGrp="1"/>
          </p:cNvSpPr>
          <p:nvPr>
            <p:ph type="title"/>
          </p:nvPr>
        </p:nvSpPr>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3308758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D79D8E-AB04-8E45-9319-348AC3CB4E56}"/>
              </a:ext>
            </a:extLst>
          </p:cNvPr>
          <p:cNvSpPr>
            <a:spLocks noGrp="1"/>
          </p:cNvSpPr>
          <p:nvPr>
            <p:ph type="title"/>
          </p:nvPr>
        </p:nvSpPr>
        <p:spPr/>
        <p:txBody>
          <a:bodyPr/>
          <a:lstStyle/>
          <a:p>
            <a:r>
              <a:rPr lang="es-ES"/>
              <a:t>Haga clic para modificar el estilo de título del patrón</a:t>
            </a:r>
            <a:endParaRPr lang="es-PE" dirty="0"/>
          </a:p>
        </p:txBody>
      </p:sp>
      <p:sp>
        <p:nvSpPr>
          <p:cNvPr id="3" name="Marcador de contenido 2">
            <a:extLst>
              <a:ext uri="{FF2B5EF4-FFF2-40B4-BE49-F238E27FC236}">
                <a16:creationId xmlns:a16="http://schemas.microsoft.com/office/drawing/2014/main" id="{B2DBA0DE-A445-C046-811D-A0A00D5D96B9}"/>
              </a:ext>
            </a:extLst>
          </p:cNvPr>
          <p:cNvSpPr>
            <a:spLocks noGrp="1"/>
          </p:cNvSpPr>
          <p:nvPr>
            <p:ph idx="1"/>
          </p:nvPr>
        </p:nvSpPr>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fecha 3">
            <a:extLst>
              <a:ext uri="{FF2B5EF4-FFF2-40B4-BE49-F238E27FC236}">
                <a16:creationId xmlns:a16="http://schemas.microsoft.com/office/drawing/2014/main" id="{079E20B3-8E4D-AF4A-B2D9-03D2C4768996}"/>
              </a:ext>
            </a:extLst>
          </p:cNvPr>
          <p:cNvSpPr>
            <a:spLocks noGrp="1"/>
          </p:cNvSpPr>
          <p:nvPr>
            <p:ph type="dt" sz="half" idx="10"/>
          </p:nvPr>
        </p:nvSpPr>
        <p:spPr/>
        <p:txBody>
          <a:bodyPr/>
          <a:lstStyle/>
          <a:p>
            <a:fld id="{1049A28C-F211-4BC4-A82C-550C2815AB6D}" type="datetime6">
              <a:rPr lang="es-PE" smtClean="0"/>
              <a:t>Abril de 2026</a:t>
            </a:fld>
            <a:endParaRPr lang="es-PE"/>
          </a:p>
        </p:txBody>
      </p:sp>
      <p:sp>
        <p:nvSpPr>
          <p:cNvPr id="5" name="Marcador de pie de página 4">
            <a:extLst>
              <a:ext uri="{FF2B5EF4-FFF2-40B4-BE49-F238E27FC236}">
                <a16:creationId xmlns:a16="http://schemas.microsoft.com/office/drawing/2014/main" id="{13B548EA-F76C-FF4F-8B46-8E2BF1373771}"/>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297A3063-101A-4748-9BF4-BDCEAD74E9C2}"/>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78165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159745-E305-7640-B460-DDD95C890204}"/>
              </a:ext>
            </a:extLst>
          </p:cNvPr>
          <p:cNvSpPr>
            <a:spLocks noGrp="1"/>
          </p:cNvSpPr>
          <p:nvPr>
            <p:ph type="title"/>
          </p:nvPr>
        </p:nvSpPr>
        <p:spPr/>
        <p:txBody>
          <a:bodyPr/>
          <a:lstStyle/>
          <a:p>
            <a:r>
              <a:rPr lang="es-ES"/>
              <a:t>Haga clic para modificar el estilo de título del patrón</a:t>
            </a:r>
            <a:endParaRPr lang="es-PE" dirty="0"/>
          </a:p>
        </p:txBody>
      </p:sp>
      <p:sp>
        <p:nvSpPr>
          <p:cNvPr id="3" name="Marcador de contenido 2">
            <a:extLst>
              <a:ext uri="{FF2B5EF4-FFF2-40B4-BE49-F238E27FC236}">
                <a16:creationId xmlns:a16="http://schemas.microsoft.com/office/drawing/2014/main" id="{B75B0667-94AD-7042-9167-6A1B455E68E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contenido 3">
            <a:extLst>
              <a:ext uri="{FF2B5EF4-FFF2-40B4-BE49-F238E27FC236}">
                <a16:creationId xmlns:a16="http://schemas.microsoft.com/office/drawing/2014/main" id="{3067D8BB-0B6A-2240-A623-F66BAB2A5DC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F68EE1D5-EF01-AC4E-AA18-52153E6F04C8}"/>
              </a:ext>
            </a:extLst>
          </p:cNvPr>
          <p:cNvSpPr>
            <a:spLocks noGrp="1"/>
          </p:cNvSpPr>
          <p:nvPr>
            <p:ph type="dt" sz="half" idx="10"/>
          </p:nvPr>
        </p:nvSpPr>
        <p:spPr/>
        <p:txBody>
          <a:bodyPr/>
          <a:lstStyle/>
          <a:p>
            <a:fld id="{C011ED01-9170-4915-AD68-3CC34DFA2DBD}" type="datetime6">
              <a:rPr lang="es-PE" smtClean="0"/>
              <a:t>Abril de 2026</a:t>
            </a:fld>
            <a:endParaRPr lang="es-PE"/>
          </a:p>
        </p:txBody>
      </p:sp>
      <p:sp>
        <p:nvSpPr>
          <p:cNvPr id="6" name="Marcador de pie de página 5">
            <a:extLst>
              <a:ext uri="{FF2B5EF4-FFF2-40B4-BE49-F238E27FC236}">
                <a16:creationId xmlns:a16="http://schemas.microsoft.com/office/drawing/2014/main" id="{62359DB5-DA05-4B4B-BD9E-D3BDC005A5C6}"/>
              </a:ext>
            </a:extLst>
          </p:cNvPr>
          <p:cNvSpPr>
            <a:spLocks noGrp="1"/>
          </p:cNvSpPr>
          <p:nvPr>
            <p:ph type="ftr" sz="quarter" idx="11"/>
          </p:nvPr>
        </p:nvSpPr>
        <p:spPr/>
        <p:txBody>
          <a:bodyPr/>
          <a:lstStyle/>
          <a:p>
            <a:r>
              <a:rPr lang="es-PE"/>
              <a:t>Nombre de Curso</a:t>
            </a:r>
            <a:endParaRPr lang="es-PE" dirty="0"/>
          </a:p>
        </p:txBody>
      </p:sp>
      <p:sp>
        <p:nvSpPr>
          <p:cNvPr id="7" name="Marcador de número de diapositiva 6">
            <a:extLst>
              <a:ext uri="{FF2B5EF4-FFF2-40B4-BE49-F238E27FC236}">
                <a16:creationId xmlns:a16="http://schemas.microsoft.com/office/drawing/2014/main" id="{F38F1C9D-46B9-3A4E-AB57-99CFCB4F8DD3}"/>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9506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CC2AA-33EE-AB44-B80C-3D1773A3A8F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8B08598-2ACB-2B45-9E0E-D98A56EE56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6B67032-A5C9-324F-A584-06E700EE017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6F4544B5-4120-574B-B4E0-401F5F83C6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44BB40B-E345-D441-8AFF-88629E4AA62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CC541E4-0910-6C4F-BD18-90C1769A8001}"/>
              </a:ext>
            </a:extLst>
          </p:cNvPr>
          <p:cNvSpPr>
            <a:spLocks noGrp="1"/>
          </p:cNvSpPr>
          <p:nvPr>
            <p:ph type="dt" sz="half" idx="10"/>
          </p:nvPr>
        </p:nvSpPr>
        <p:spPr/>
        <p:txBody>
          <a:bodyPr/>
          <a:lstStyle/>
          <a:p>
            <a:fld id="{A6E0DE35-9A49-4AAC-8B2C-BA4A347498EB}" type="datetime6">
              <a:rPr lang="es-PE" smtClean="0"/>
              <a:t>Abril de 2026</a:t>
            </a:fld>
            <a:endParaRPr lang="es-PE"/>
          </a:p>
        </p:txBody>
      </p:sp>
      <p:sp>
        <p:nvSpPr>
          <p:cNvPr id="8" name="Marcador de pie de página 7">
            <a:extLst>
              <a:ext uri="{FF2B5EF4-FFF2-40B4-BE49-F238E27FC236}">
                <a16:creationId xmlns:a16="http://schemas.microsoft.com/office/drawing/2014/main" id="{DCF8149B-1A8E-3A44-9444-BDD313C7D3BD}"/>
              </a:ext>
            </a:extLst>
          </p:cNvPr>
          <p:cNvSpPr>
            <a:spLocks noGrp="1"/>
          </p:cNvSpPr>
          <p:nvPr>
            <p:ph type="ftr" sz="quarter" idx="11"/>
          </p:nvPr>
        </p:nvSpPr>
        <p:spPr/>
        <p:txBody>
          <a:bodyPr/>
          <a:lstStyle/>
          <a:p>
            <a:r>
              <a:rPr lang="es-PE"/>
              <a:t>Nombre de Curso</a:t>
            </a:r>
          </a:p>
        </p:txBody>
      </p:sp>
      <p:sp>
        <p:nvSpPr>
          <p:cNvPr id="9" name="Marcador de número de diapositiva 8">
            <a:extLst>
              <a:ext uri="{FF2B5EF4-FFF2-40B4-BE49-F238E27FC236}">
                <a16:creationId xmlns:a16="http://schemas.microsoft.com/office/drawing/2014/main" id="{0C83630D-DB33-894E-A6FB-7C886A314F51}"/>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1531018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CB7F1-07EB-464F-AC5E-D3E6B18BF4A6}"/>
              </a:ext>
            </a:extLst>
          </p:cNvPr>
          <p:cNvSpPr>
            <a:spLocks noGrp="1"/>
          </p:cNvSpPr>
          <p:nvPr>
            <p:ph type="title"/>
          </p:nvPr>
        </p:nvSpPr>
        <p:spPr>
          <a:xfrm>
            <a:off x="839788" y="981075"/>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AD70BCF-77E2-F94E-848B-F5F2FE15D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4A71899D-560A-7148-BA0D-597063A7BC32}"/>
              </a:ext>
            </a:extLst>
          </p:cNvPr>
          <p:cNvSpPr>
            <a:spLocks noGrp="1"/>
          </p:cNvSpPr>
          <p:nvPr>
            <p:ph type="body" sz="half" idx="2"/>
          </p:nvPr>
        </p:nvSpPr>
        <p:spPr>
          <a:xfrm>
            <a:off x="839788" y="2581275"/>
            <a:ext cx="3932237" cy="32877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443E003-7994-0246-9291-9317E3410DB5}"/>
              </a:ext>
            </a:extLst>
          </p:cNvPr>
          <p:cNvSpPr>
            <a:spLocks noGrp="1"/>
          </p:cNvSpPr>
          <p:nvPr>
            <p:ph type="dt" sz="half" idx="10"/>
          </p:nvPr>
        </p:nvSpPr>
        <p:spPr/>
        <p:txBody>
          <a:bodyPr/>
          <a:lstStyle/>
          <a:p>
            <a:fld id="{F12BB3AF-5458-4635-87B4-F9A9B12C5458}" type="datetime6">
              <a:rPr lang="es-PE" smtClean="0"/>
              <a:t>Abril de 2026</a:t>
            </a:fld>
            <a:endParaRPr lang="es-PE"/>
          </a:p>
        </p:txBody>
      </p:sp>
      <p:sp>
        <p:nvSpPr>
          <p:cNvPr id="6" name="Marcador de pie de página 5">
            <a:extLst>
              <a:ext uri="{FF2B5EF4-FFF2-40B4-BE49-F238E27FC236}">
                <a16:creationId xmlns:a16="http://schemas.microsoft.com/office/drawing/2014/main" id="{07AA6F9B-E2F3-2A4E-98F0-37C47639A5E9}"/>
              </a:ext>
            </a:extLst>
          </p:cNvPr>
          <p:cNvSpPr>
            <a:spLocks noGrp="1"/>
          </p:cNvSpPr>
          <p:nvPr>
            <p:ph type="ftr" sz="quarter" idx="11"/>
          </p:nvPr>
        </p:nvSpPr>
        <p:spPr/>
        <p:txBody>
          <a:bodyPr/>
          <a:lstStyle/>
          <a:p>
            <a:r>
              <a:rPr lang="es-PE"/>
              <a:t>Nombre de Curso</a:t>
            </a:r>
          </a:p>
        </p:txBody>
      </p:sp>
      <p:sp>
        <p:nvSpPr>
          <p:cNvPr id="7" name="Marcador de número de diapositiva 6">
            <a:extLst>
              <a:ext uri="{FF2B5EF4-FFF2-40B4-BE49-F238E27FC236}">
                <a16:creationId xmlns:a16="http://schemas.microsoft.com/office/drawing/2014/main" id="{2C40BCAD-F69B-D846-B7D1-F816049E47BA}"/>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011520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35587-6FE6-EA45-9836-90381FE25BFF}"/>
              </a:ext>
            </a:extLst>
          </p:cNvPr>
          <p:cNvSpPr>
            <a:spLocks noGrp="1"/>
          </p:cNvSpPr>
          <p:nvPr>
            <p:ph type="title"/>
          </p:nvPr>
        </p:nvSpPr>
        <p:spPr>
          <a:xfrm>
            <a:off x="839788" y="981075"/>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B1751ABA-EF72-4841-94BA-E12B7647E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PE"/>
          </a:p>
        </p:txBody>
      </p:sp>
      <p:sp>
        <p:nvSpPr>
          <p:cNvPr id="4" name="Marcador de texto 3">
            <a:extLst>
              <a:ext uri="{FF2B5EF4-FFF2-40B4-BE49-F238E27FC236}">
                <a16:creationId xmlns:a16="http://schemas.microsoft.com/office/drawing/2014/main" id="{537D36B7-A3A2-304B-9C5E-E94151CF594D}"/>
              </a:ext>
            </a:extLst>
          </p:cNvPr>
          <p:cNvSpPr>
            <a:spLocks noGrp="1"/>
          </p:cNvSpPr>
          <p:nvPr>
            <p:ph type="body" sz="half" idx="2"/>
          </p:nvPr>
        </p:nvSpPr>
        <p:spPr>
          <a:xfrm>
            <a:off x="839788" y="2581275"/>
            <a:ext cx="3932237" cy="32877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3CB4C2-2F2B-A841-B84D-E620C8AA5B42}"/>
              </a:ext>
            </a:extLst>
          </p:cNvPr>
          <p:cNvSpPr>
            <a:spLocks noGrp="1"/>
          </p:cNvSpPr>
          <p:nvPr>
            <p:ph type="dt" sz="half" idx="10"/>
          </p:nvPr>
        </p:nvSpPr>
        <p:spPr/>
        <p:txBody>
          <a:bodyPr/>
          <a:lstStyle/>
          <a:p>
            <a:fld id="{EC194354-6BA5-49FF-BF43-87C4B22E98B4}" type="datetime6">
              <a:rPr lang="es-PE" smtClean="0"/>
              <a:t>Abril de 2026</a:t>
            </a:fld>
            <a:endParaRPr lang="es-PE"/>
          </a:p>
        </p:txBody>
      </p:sp>
      <p:sp>
        <p:nvSpPr>
          <p:cNvPr id="6" name="Marcador de pie de página 5">
            <a:extLst>
              <a:ext uri="{FF2B5EF4-FFF2-40B4-BE49-F238E27FC236}">
                <a16:creationId xmlns:a16="http://schemas.microsoft.com/office/drawing/2014/main" id="{789CDFF5-81F8-2740-AEB1-0FB32A90A967}"/>
              </a:ext>
            </a:extLst>
          </p:cNvPr>
          <p:cNvSpPr>
            <a:spLocks noGrp="1"/>
          </p:cNvSpPr>
          <p:nvPr>
            <p:ph type="ftr" sz="quarter" idx="11"/>
          </p:nvPr>
        </p:nvSpPr>
        <p:spPr/>
        <p:txBody>
          <a:bodyPr/>
          <a:lstStyle/>
          <a:p>
            <a:r>
              <a:rPr lang="es-PE"/>
              <a:t>Nombre de Curso</a:t>
            </a:r>
          </a:p>
        </p:txBody>
      </p:sp>
      <p:sp>
        <p:nvSpPr>
          <p:cNvPr id="7" name="Marcador de número de diapositiva 6">
            <a:extLst>
              <a:ext uri="{FF2B5EF4-FFF2-40B4-BE49-F238E27FC236}">
                <a16:creationId xmlns:a16="http://schemas.microsoft.com/office/drawing/2014/main" id="{2D665C2B-C547-9D48-897C-C27108ED3FE5}"/>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656347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87A71-69DB-854D-AF4D-5695ABE4D87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2FD9AA9-791D-D640-AF5D-87DF3914DC9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BEA8E4A-2B4B-7A44-8E86-46F69B8D6A19}"/>
              </a:ext>
            </a:extLst>
          </p:cNvPr>
          <p:cNvSpPr>
            <a:spLocks noGrp="1"/>
          </p:cNvSpPr>
          <p:nvPr>
            <p:ph type="dt" sz="half" idx="10"/>
          </p:nvPr>
        </p:nvSpPr>
        <p:spPr/>
        <p:txBody>
          <a:bodyPr/>
          <a:lstStyle/>
          <a:p>
            <a:fld id="{2C670608-F1FB-45F6-860F-922B6EF37ED4}" type="datetime6">
              <a:rPr lang="es-PE" smtClean="0"/>
              <a:t>Abril de 2026</a:t>
            </a:fld>
            <a:endParaRPr lang="es-PE"/>
          </a:p>
        </p:txBody>
      </p:sp>
      <p:sp>
        <p:nvSpPr>
          <p:cNvPr id="5" name="Marcador de pie de página 4">
            <a:extLst>
              <a:ext uri="{FF2B5EF4-FFF2-40B4-BE49-F238E27FC236}">
                <a16:creationId xmlns:a16="http://schemas.microsoft.com/office/drawing/2014/main" id="{2BB04C96-1676-754C-9A8B-159B005BA11A}"/>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609B5093-2547-5848-96C5-63FA5D8ACCB4}"/>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2419299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A8B670-B2A5-5048-888C-B345BD663E3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6DFF0EDD-FEAB-C845-87C0-40EC9D572C3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BC253251-F540-0244-AF80-037E0E2FDA04}"/>
              </a:ext>
            </a:extLst>
          </p:cNvPr>
          <p:cNvSpPr>
            <a:spLocks noGrp="1"/>
          </p:cNvSpPr>
          <p:nvPr>
            <p:ph type="dt" sz="half" idx="10"/>
          </p:nvPr>
        </p:nvSpPr>
        <p:spPr/>
        <p:txBody>
          <a:bodyPr/>
          <a:lstStyle/>
          <a:p>
            <a:fld id="{93D078BD-AB8A-4345-9035-53D22F2B3257}" type="datetime6">
              <a:rPr lang="es-PE" smtClean="0"/>
              <a:t>Abril de 2026</a:t>
            </a:fld>
            <a:endParaRPr lang="es-PE"/>
          </a:p>
        </p:txBody>
      </p:sp>
      <p:sp>
        <p:nvSpPr>
          <p:cNvPr id="5" name="Marcador de pie de página 4">
            <a:extLst>
              <a:ext uri="{FF2B5EF4-FFF2-40B4-BE49-F238E27FC236}">
                <a16:creationId xmlns:a16="http://schemas.microsoft.com/office/drawing/2014/main" id="{5A51A4D8-F0DD-F843-9B64-8E56FBB91A7F}"/>
              </a:ext>
            </a:extLst>
          </p:cNvPr>
          <p:cNvSpPr>
            <a:spLocks noGrp="1"/>
          </p:cNvSpPr>
          <p:nvPr>
            <p:ph type="ftr" sz="quarter" idx="11"/>
          </p:nvPr>
        </p:nvSpPr>
        <p:spPr/>
        <p:txBody>
          <a:bodyPr/>
          <a:lstStyle/>
          <a:p>
            <a:r>
              <a:rPr lang="es-PE"/>
              <a:t>Nombre de Curso</a:t>
            </a:r>
          </a:p>
        </p:txBody>
      </p:sp>
      <p:sp>
        <p:nvSpPr>
          <p:cNvPr id="6" name="Marcador de número de diapositiva 5">
            <a:extLst>
              <a:ext uri="{FF2B5EF4-FFF2-40B4-BE49-F238E27FC236}">
                <a16:creationId xmlns:a16="http://schemas.microsoft.com/office/drawing/2014/main" id="{7F95E045-43DC-F64F-8427-01C4927DE3DF}"/>
              </a:ext>
            </a:extLst>
          </p:cNvPr>
          <p:cNvSpPr>
            <a:spLocks noGrp="1"/>
          </p:cNvSpPr>
          <p:nvPr>
            <p:ph type="sldNum" sz="quarter" idx="12"/>
          </p:nvPr>
        </p:nvSpPr>
        <p:spPr>
          <a:xfrm>
            <a:off x="11438994" y="6139498"/>
            <a:ext cx="459635" cy="365125"/>
          </a:xfrm>
          <a:prstGeom prst="rect">
            <a:avLst/>
          </a:prstGeom>
        </p:spPr>
        <p:txBody>
          <a:bodyPr/>
          <a:lstStyle/>
          <a:p>
            <a:fld id="{52A29C8B-5F70-8945-A2A6-FBD7A17156DB}" type="slidenum">
              <a:rPr lang="es-PE" smtClean="0"/>
              <a:t>‹Nº›</a:t>
            </a:fld>
            <a:endParaRPr lang="es-PE"/>
          </a:p>
        </p:txBody>
      </p:sp>
    </p:spTree>
    <p:extLst>
      <p:ext uri="{BB962C8B-B14F-4D97-AF65-F5344CB8AC3E}">
        <p14:creationId xmlns:p14="http://schemas.microsoft.com/office/powerpoint/2010/main" val="353938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2DBA0DE-A445-C046-811D-A0A00D5D96B9}"/>
              </a:ext>
            </a:extLst>
          </p:cNvPr>
          <p:cNvSpPr>
            <a:spLocks noGrp="1"/>
          </p:cNvSpPr>
          <p:nvPr>
            <p:ph idx="1"/>
          </p:nvPr>
        </p:nvSpPr>
        <p:spPr>
          <a:xfrm>
            <a:off x="838200" y="1998617"/>
            <a:ext cx="10515600" cy="3304903"/>
          </a:xfrm>
          <a:prstGeom prst="rect">
            <a:avLst/>
          </a:prstGeom>
        </p:spPr>
        <p:txBody>
          <a:bodyPr/>
          <a:lstStyle>
            <a:lvl1pPr>
              <a:defRPr sz="2400"/>
            </a:lvl1pPr>
            <a:lvl2pPr>
              <a:defRPr sz="2200"/>
            </a:lvl2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fecha 3">
            <a:extLst>
              <a:ext uri="{FF2B5EF4-FFF2-40B4-BE49-F238E27FC236}">
                <a16:creationId xmlns:a16="http://schemas.microsoft.com/office/drawing/2014/main" id="{079E20B3-8E4D-AF4A-B2D9-03D2C4768996}"/>
              </a:ext>
            </a:extLst>
          </p:cNvPr>
          <p:cNvSpPr>
            <a:spLocks noGrp="1"/>
          </p:cNvSpPr>
          <p:nvPr>
            <p:ph type="dt" sz="half" idx="10"/>
          </p:nvPr>
        </p:nvSpPr>
        <p:spPr/>
        <p:txBody>
          <a:bodyPr/>
          <a:lstStyle/>
          <a:p>
            <a:fld id="{67B51771-42A4-45B0-9E2A-31E6848B072B}" type="datetime6">
              <a:rPr lang="es-PE" smtClean="0"/>
              <a:t>Abril de 2026</a:t>
            </a:fld>
            <a:endParaRPr lang="es-PE"/>
          </a:p>
        </p:txBody>
      </p:sp>
      <p:sp>
        <p:nvSpPr>
          <p:cNvPr id="5" name="Marcador de pie de página 4">
            <a:extLst>
              <a:ext uri="{FF2B5EF4-FFF2-40B4-BE49-F238E27FC236}">
                <a16:creationId xmlns:a16="http://schemas.microsoft.com/office/drawing/2014/main" id="{13B548EA-F76C-FF4F-8B46-8E2BF1373771}"/>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título 1">
            <a:extLst>
              <a:ext uri="{FF2B5EF4-FFF2-40B4-BE49-F238E27FC236}">
                <a16:creationId xmlns:a16="http://schemas.microsoft.com/office/drawing/2014/main" id="{A687CBB4-B26D-433C-982F-3DCCCFE5C7DF}"/>
              </a:ext>
            </a:extLst>
          </p:cNvPr>
          <p:cNvSpPr>
            <a:spLocks noGrp="1"/>
          </p:cNvSpPr>
          <p:nvPr>
            <p:ph type="title"/>
          </p:nvPr>
        </p:nvSpPr>
        <p:spPr>
          <a:xfrm>
            <a:off x="838200" y="1118824"/>
            <a:ext cx="10515600"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2" name="Marcador de número de diapositiva 5">
            <a:extLst>
              <a:ext uri="{FF2B5EF4-FFF2-40B4-BE49-F238E27FC236}">
                <a16:creationId xmlns:a16="http://schemas.microsoft.com/office/drawing/2014/main" id="{D43F6072-5465-F57A-EF21-56204254D977}"/>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642845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6" name="Marcador de fecha 5">
            <a:extLst>
              <a:ext uri="{FF2B5EF4-FFF2-40B4-BE49-F238E27FC236}">
                <a16:creationId xmlns:a16="http://schemas.microsoft.com/office/drawing/2014/main" id="{5F0A72E7-2671-47A4-AF35-66459EA16402}"/>
              </a:ext>
            </a:extLst>
          </p:cNvPr>
          <p:cNvSpPr>
            <a:spLocks noGrp="1"/>
          </p:cNvSpPr>
          <p:nvPr>
            <p:ph type="dt" sz="half" idx="10"/>
          </p:nvPr>
        </p:nvSpPr>
        <p:spPr/>
        <p:txBody>
          <a:bodyPr/>
          <a:lstStyle/>
          <a:p>
            <a:fld id="{F700D25D-3002-4A58-8B13-21BD8EE61204}" type="datetime6">
              <a:rPr lang="es-PE" smtClean="0"/>
              <a:t>Abril de 2026</a:t>
            </a:fld>
            <a:endParaRPr lang="es-PE"/>
          </a:p>
        </p:txBody>
      </p:sp>
      <p:sp>
        <p:nvSpPr>
          <p:cNvPr id="8" name="Marcador de pie de página 7">
            <a:extLst>
              <a:ext uri="{FF2B5EF4-FFF2-40B4-BE49-F238E27FC236}">
                <a16:creationId xmlns:a16="http://schemas.microsoft.com/office/drawing/2014/main" id="{486C3314-7415-4B69-9C72-28C2155C4CD0}"/>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2" name="Marcador de número de diapositiva 5">
            <a:extLst>
              <a:ext uri="{FF2B5EF4-FFF2-40B4-BE49-F238E27FC236}">
                <a16:creationId xmlns:a16="http://schemas.microsoft.com/office/drawing/2014/main" id="{07477A4A-ECCB-8B69-A47C-30FB4783A444}"/>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655517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388CE456-0DBE-1C40-8524-031B3877F2CF}"/>
              </a:ext>
            </a:extLst>
          </p:cNvPr>
          <p:cNvSpPr>
            <a:spLocks noGrp="1"/>
          </p:cNvSpPr>
          <p:nvPr>
            <p:ph type="dt" sz="half" idx="10"/>
          </p:nvPr>
        </p:nvSpPr>
        <p:spPr/>
        <p:txBody>
          <a:bodyPr/>
          <a:lstStyle/>
          <a:p>
            <a:fld id="{D791DECC-10B9-4F40-90A9-2F5BE622FB80}" type="datetime6">
              <a:rPr lang="es-PE" smtClean="0"/>
              <a:t>Abril de 2026</a:t>
            </a:fld>
            <a:endParaRPr lang="es-PE"/>
          </a:p>
        </p:txBody>
      </p:sp>
      <p:sp>
        <p:nvSpPr>
          <p:cNvPr id="4" name="Marcador de pie de página 3">
            <a:extLst>
              <a:ext uri="{FF2B5EF4-FFF2-40B4-BE49-F238E27FC236}">
                <a16:creationId xmlns:a16="http://schemas.microsoft.com/office/drawing/2014/main" id="{F5D13C97-DAF6-0446-9B12-00C44E4E907F}"/>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2" name="Title 1">
            <a:extLst>
              <a:ext uri="{FF2B5EF4-FFF2-40B4-BE49-F238E27FC236}">
                <a16:creationId xmlns:a16="http://schemas.microsoft.com/office/drawing/2014/main" id="{843278E2-83A6-F38B-4712-926F3DB9B8D5}"/>
              </a:ext>
            </a:extLst>
          </p:cNvPr>
          <p:cNvSpPr>
            <a:spLocks noGrp="1"/>
          </p:cNvSpPr>
          <p:nvPr>
            <p:ph type="title"/>
          </p:nvPr>
        </p:nvSpPr>
        <p:spPr/>
        <p:txBody>
          <a:bodyPr/>
          <a:lstStyle/>
          <a:p>
            <a:r>
              <a:rPr lang="en-US"/>
              <a:t>Click to edit Master title style</a:t>
            </a:r>
            <a:endParaRPr lang="es-PE"/>
          </a:p>
        </p:txBody>
      </p:sp>
      <p:sp>
        <p:nvSpPr>
          <p:cNvPr id="6" name="Marcador de número de diapositiva 5">
            <a:extLst>
              <a:ext uri="{FF2B5EF4-FFF2-40B4-BE49-F238E27FC236}">
                <a16:creationId xmlns:a16="http://schemas.microsoft.com/office/drawing/2014/main" id="{0E5A0FF8-286D-9381-1F09-B45262982152}"/>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2561495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D9D2A5-97BD-8444-B300-CB3EF7767EE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dirty="0"/>
          </a:p>
        </p:txBody>
      </p:sp>
      <p:sp>
        <p:nvSpPr>
          <p:cNvPr id="3" name="Marcador de texto 2">
            <a:extLst>
              <a:ext uri="{FF2B5EF4-FFF2-40B4-BE49-F238E27FC236}">
                <a16:creationId xmlns:a16="http://schemas.microsoft.com/office/drawing/2014/main" id="{8295BA6D-368F-2A4C-86C6-7C5248238BE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10" name="Marcador de fecha 9">
            <a:extLst>
              <a:ext uri="{FF2B5EF4-FFF2-40B4-BE49-F238E27FC236}">
                <a16:creationId xmlns:a16="http://schemas.microsoft.com/office/drawing/2014/main" id="{F008D962-BEC4-402A-A407-79C9AD9F26BE}"/>
              </a:ext>
            </a:extLst>
          </p:cNvPr>
          <p:cNvSpPr>
            <a:spLocks noGrp="1"/>
          </p:cNvSpPr>
          <p:nvPr>
            <p:ph type="dt" sz="half" idx="10"/>
          </p:nvPr>
        </p:nvSpPr>
        <p:spPr/>
        <p:txBody>
          <a:bodyPr/>
          <a:lstStyle/>
          <a:p>
            <a:fld id="{93BC0233-ABB9-4EC0-9B00-FB2CD5E81D0A}" type="datetime6">
              <a:rPr lang="es-PE" smtClean="0"/>
              <a:t>Abril de 2026</a:t>
            </a:fld>
            <a:endParaRPr lang="es-PE"/>
          </a:p>
        </p:txBody>
      </p:sp>
      <p:sp>
        <p:nvSpPr>
          <p:cNvPr id="11" name="Marcador de pie de página 10">
            <a:extLst>
              <a:ext uri="{FF2B5EF4-FFF2-40B4-BE49-F238E27FC236}">
                <a16:creationId xmlns:a16="http://schemas.microsoft.com/office/drawing/2014/main" id="{3750F3DD-81E0-4125-8E5B-E0A1E304810A}"/>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4" name="Marcador de número de diapositiva 5">
            <a:extLst>
              <a:ext uri="{FF2B5EF4-FFF2-40B4-BE49-F238E27FC236}">
                <a16:creationId xmlns:a16="http://schemas.microsoft.com/office/drawing/2014/main" id="{9B72A45B-A8B6-53D1-D299-D8D234C35CF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733004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159745-E305-7640-B460-DDD95C890204}"/>
              </a:ext>
            </a:extLst>
          </p:cNvPr>
          <p:cNvSpPr>
            <a:spLocks noGrp="1"/>
          </p:cNvSpPr>
          <p:nvPr>
            <p:ph type="title"/>
          </p:nvPr>
        </p:nvSpPr>
        <p:spPr>
          <a:xfrm>
            <a:off x="838200" y="860424"/>
            <a:ext cx="10515600" cy="779463"/>
          </a:xfrm>
          <a:prstGeom prst="rect">
            <a:avLst/>
          </a:prstGeom>
        </p:spPr>
        <p:txBody>
          <a:bodyPr/>
          <a:lstStyle/>
          <a:p>
            <a:r>
              <a:rPr lang="es-ES" dirty="0"/>
              <a:t>Haga clic para modificar el estilo de título del patrón</a:t>
            </a:r>
            <a:endParaRPr lang="es-PE" dirty="0"/>
          </a:p>
        </p:txBody>
      </p:sp>
      <p:sp>
        <p:nvSpPr>
          <p:cNvPr id="3" name="Marcador de contenido 2">
            <a:extLst>
              <a:ext uri="{FF2B5EF4-FFF2-40B4-BE49-F238E27FC236}">
                <a16:creationId xmlns:a16="http://schemas.microsoft.com/office/drawing/2014/main" id="{B75B0667-94AD-7042-9167-6A1B455E68E1}"/>
              </a:ext>
            </a:extLst>
          </p:cNvPr>
          <p:cNvSpPr>
            <a:spLocks noGrp="1"/>
          </p:cNvSpPr>
          <p:nvPr>
            <p:ph sz="half" idx="1"/>
          </p:nvPr>
        </p:nvSpPr>
        <p:spPr>
          <a:xfrm>
            <a:off x="838200" y="1825625"/>
            <a:ext cx="5181600" cy="435133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
        <p:nvSpPr>
          <p:cNvPr id="4" name="Marcador de contenido 3">
            <a:extLst>
              <a:ext uri="{FF2B5EF4-FFF2-40B4-BE49-F238E27FC236}">
                <a16:creationId xmlns:a16="http://schemas.microsoft.com/office/drawing/2014/main" id="{3067D8BB-0B6A-2240-A623-F66BAB2A5DC4}"/>
              </a:ext>
            </a:extLst>
          </p:cNvPr>
          <p:cNvSpPr>
            <a:spLocks noGrp="1"/>
          </p:cNvSpPr>
          <p:nvPr>
            <p:ph sz="half" idx="2"/>
          </p:nvPr>
        </p:nvSpPr>
        <p:spPr>
          <a:xfrm>
            <a:off x="6172200" y="1825625"/>
            <a:ext cx="5181600" cy="435133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F68EE1D5-EF01-AC4E-AA18-52153E6F04C8}"/>
              </a:ext>
            </a:extLst>
          </p:cNvPr>
          <p:cNvSpPr>
            <a:spLocks noGrp="1"/>
          </p:cNvSpPr>
          <p:nvPr>
            <p:ph type="dt" sz="half" idx="10"/>
          </p:nvPr>
        </p:nvSpPr>
        <p:spPr/>
        <p:txBody>
          <a:bodyPr/>
          <a:lstStyle/>
          <a:p>
            <a:fld id="{F9832517-B618-4C30-966E-4CE57A9A4AD9}" type="datetime6">
              <a:rPr lang="es-PE" smtClean="0"/>
              <a:t>Abril de 2026</a:t>
            </a:fld>
            <a:endParaRPr lang="es-PE"/>
          </a:p>
        </p:txBody>
      </p:sp>
      <p:sp>
        <p:nvSpPr>
          <p:cNvPr id="6" name="Marcador de pie de página 5">
            <a:extLst>
              <a:ext uri="{FF2B5EF4-FFF2-40B4-BE49-F238E27FC236}">
                <a16:creationId xmlns:a16="http://schemas.microsoft.com/office/drawing/2014/main" id="{62359DB5-DA05-4B4B-BD9E-D3BDC005A5C6}"/>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975A041E-5422-B9D8-43AC-BC8E8410A5B7}"/>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4055190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ACC2AA-33EE-AB44-B80C-3D1773A3A8F2}"/>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8B08598-2ACB-2B45-9E0E-D98A56EE561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26B67032-A5C9-324F-A584-06E700EE017D}"/>
              </a:ext>
            </a:extLst>
          </p:cNvPr>
          <p:cNvSpPr>
            <a:spLocks noGrp="1"/>
          </p:cNvSpPr>
          <p:nvPr>
            <p:ph sz="half" idx="2"/>
          </p:nvPr>
        </p:nvSpPr>
        <p:spPr>
          <a:xfrm>
            <a:off x="839788" y="2505075"/>
            <a:ext cx="5157787" cy="368458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6F4544B5-4120-574B-B4E0-401F5F83C68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844BB40B-E345-D441-8AFF-88629E4AA628}"/>
              </a:ext>
            </a:extLst>
          </p:cNvPr>
          <p:cNvSpPr>
            <a:spLocks noGrp="1"/>
          </p:cNvSpPr>
          <p:nvPr>
            <p:ph sz="quarter" idx="4"/>
          </p:nvPr>
        </p:nvSpPr>
        <p:spPr>
          <a:xfrm>
            <a:off x="6172200" y="2505075"/>
            <a:ext cx="5183188" cy="3684588"/>
          </a:xfrm>
          <a:prstGeom prst="rect">
            <a:avLst/>
          </a:prstGeo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CC541E4-0910-6C4F-BD18-90C1769A8001}"/>
              </a:ext>
            </a:extLst>
          </p:cNvPr>
          <p:cNvSpPr>
            <a:spLocks noGrp="1"/>
          </p:cNvSpPr>
          <p:nvPr>
            <p:ph type="dt" sz="half" idx="10"/>
          </p:nvPr>
        </p:nvSpPr>
        <p:spPr/>
        <p:txBody>
          <a:bodyPr/>
          <a:lstStyle/>
          <a:p>
            <a:fld id="{D786572F-C44F-4ECE-A2FB-0C63931A9A8E}" type="datetime6">
              <a:rPr lang="es-PE" smtClean="0"/>
              <a:t>Abril de 2026</a:t>
            </a:fld>
            <a:endParaRPr lang="es-PE"/>
          </a:p>
        </p:txBody>
      </p:sp>
      <p:sp>
        <p:nvSpPr>
          <p:cNvPr id="8" name="Marcador de pie de página 7">
            <a:extLst>
              <a:ext uri="{FF2B5EF4-FFF2-40B4-BE49-F238E27FC236}">
                <a16:creationId xmlns:a16="http://schemas.microsoft.com/office/drawing/2014/main" id="{DCF8149B-1A8E-3A44-9444-BDD313C7D3BD}"/>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10" name="Marcador de número de diapositiva 5">
            <a:extLst>
              <a:ext uri="{FF2B5EF4-FFF2-40B4-BE49-F238E27FC236}">
                <a16:creationId xmlns:a16="http://schemas.microsoft.com/office/drawing/2014/main" id="{024E81AF-5ACD-3527-83DB-C9AD4CA08FFF}"/>
              </a:ext>
            </a:extLst>
          </p:cNvPr>
          <p:cNvSpPr>
            <a:spLocks noGrp="1"/>
          </p:cNvSpPr>
          <p:nvPr>
            <p:ph type="sldNum" sz="quarter" idx="12"/>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108079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CB7F1-07EB-464F-AC5E-D3E6B18BF4A6}"/>
              </a:ext>
            </a:extLst>
          </p:cNvPr>
          <p:cNvSpPr>
            <a:spLocks noGrp="1"/>
          </p:cNvSpPr>
          <p:nvPr>
            <p:ph type="title"/>
          </p:nvPr>
        </p:nvSpPr>
        <p:spPr>
          <a:xfrm>
            <a:off x="839788" y="981075"/>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AD70BCF-77E2-F94E-848B-F5F2FE15DF8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4A71899D-560A-7148-BA0D-597063A7BC32}"/>
              </a:ext>
            </a:extLst>
          </p:cNvPr>
          <p:cNvSpPr>
            <a:spLocks noGrp="1"/>
          </p:cNvSpPr>
          <p:nvPr>
            <p:ph type="body" sz="half" idx="2"/>
          </p:nvPr>
        </p:nvSpPr>
        <p:spPr>
          <a:xfrm>
            <a:off x="839788" y="2581275"/>
            <a:ext cx="3932237" cy="3287713"/>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9443E003-7994-0246-9291-9317E3410DB5}"/>
              </a:ext>
            </a:extLst>
          </p:cNvPr>
          <p:cNvSpPr>
            <a:spLocks noGrp="1"/>
          </p:cNvSpPr>
          <p:nvPr>
            <p:ph type="dt" sz="half" idx="10"/>
          </p:nvPr>
        </p:nvSpPr>
        <p:spPr/>
        <p:txBody>
          <a:bodyPr/>
          <a:lstStyle/>
          <a:p>
            <a:fld id="{51E65C4A-DDA2-4FA4-84CD-631E9785E0C4}" type="datetime6">
              <a:rPr lang="es-PE" smtClean="0"/>
              <a:t>Abril de 2026</a:t>
            </a:fld>
            <a:endParaRPr lang="es-PE"/>
          </a:p>
        </p:txBody>
      </p:sp>
      <p:sp>
        <p:nvSpPr>
          <p:cNvPr id="6" name="Marcador de pie de página 5">
            <a:extLst>
              <a:ext uri="{FF2B5EF4-FFF2-40B4-BE49-F238E27FC236}">
                <a16:creationId xmlns:a16="http://schemas.microsoft.com/office/drawing/2014/main" id="{07AA6F9B-E2F3-2A4E-98F0-37C47639A5E9}"/>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59D5B90D-729B-0333-8733-D407F4441309}"/>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4487264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35587-6FE6-EA45-9836-90381FE25BFF}"/>
              </a:ext>
            </a:extLst>
          </p:cNvPr>
          <p:cNvSpPr>
            <a:spLocks noGrp="1"/>
          </p:cNvSpPr>
          <p:nvPr>
            <p:ph type="title"/>
          </p:nvPr>
        </p:nvSpPr>
        <p:spPr>
          <a:xfrm>
            <a:off x="839788" y="981075"/>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B1751ABA-EF72-4841-94BA-E12B7647E5B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PE"/>
          </a:p>
        </p:txBody>
      </p:sp>
      <p:sp>
        <p:nvSpPr>
          <p:cNvPr id="4" name="Marcador de texto 3">
            <a:extLst>
              <a:ext uri="{FF2B5EF4-FFF2-40B4-BE49-F238E27FC236}">
                <a16:creationId xmlns:a16="http://schemas.microsoft.com/office/drawing/2014/main" id="{537D36B7-A3A2-304B-9C5E-E94151CF594D}"/>
              </a:ext>
            </a:extLst>
          </p:cNvPr>
          <p:cNvSpPr>
            <a:spLocks noGrp="1"/>
          </p:cNvSpPr>
          <p:nvPr>
            <p:ph type="body" sz="half" idx="2"/>
          </p:nvPr>
        </p:nvSpPr>
        <p:spPr>
          <a:xfrm>
            <a:off x="839788" y="2581275"/>
            <a:ext cx="3932237" cy="3287713"/>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153CB4C2-2F2B-A841-B84D-E620C8AA5B42}"/>
              </a:ext>
            </a:extLst>
          </p:cNvPr>
          <p:cNvSpPr>
            <a:spLocks noGrp="1"/>
          </p:cNvSpPr>
          <p:nvPr>
            <p:ph type="dt" sz="half" idx="10"/>
          </p:nvPr>
        </p:nvSpPr>
        <p:spPr/>
        <p:txBody>
          <a:bodyPr/>
          <a:lstStyle/>
          <a:p>
            <a:fld id="{7C576157-6C99-4927-8D4B-5792D6D36C68}" type="datetime6">
              <a:rPr lang="es-PE" smtClean="0"/>
              <a:t>Abril de 2026</a:t>
            </a:fld>
            <a:endParaRPr lang="es-PE"/>
          </a:p>
        </p:txBody>
      </p:sp>
      <p:sp>
        <p:nvSpPr>
          <p:cNvPr id="6" name="Marcador de pie de página 5">
            <a:extLst>
              <a:ext uri="{FF2B5EF4-FFF2-40B4-BE49-F238E27FC236}">
                <a16:creationId xmlns:a16="http://schemas.microsoft.com/office/drawing/2014/main" id="{789CDFF5-81F8-2740-AEB1-0FB32A90A967}"/>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8" name="Marcador de número de diapositiva 5">
            <a:extLst>
              <a:ext uri="{FF2B5EF4-FFF2-40B4-BE49-F238E27FC236}">
                <a16:creationId xmlns:a16="http://schemas.microsoft.com/office/drawing/2014/main" id="{C8F8A8AE-3D1C-5104-BD49-852FD075A3B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918953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87A71-69DB-854D-AF4D-5695ABE4D873}"/>
              </a:ext>
            </a:extLst>
          </p:cNvPr>
          <p:cNvSpPr>
            <a:spLocks noGrp="1"/>
          </p:cNvSpPr>
          <p:nvPr>
            <p:ph type="title"/>
          </p:nvPr>
        </p:nvSpPr>
        <p:spPr>
          <a:xfrm>
            <a:off x="838200" y="1001711"/>
            <a:ext cx="10515600" cy="779463"/>
          </a:xfrm>
          <a:prstGeom prst="rect">
            <a:avLst/>
          </a:prstGeom>
        </p:spPr>
        <p:txBody>
          <a:bodyPr/>
          <a:lstStyle/>
          <a:p>
            <a:r>
              <a:rPr lang="es-ES" dirty="0"/>
              <a:t>Haga clic para modificar el estilo de título del patrón</a:t>
            </a:r>
            <a:endParaRPr lang="es-PE" dirty="0"/>
          </a:p>
        </p:txBody>
      </p:sp>
      <p:sp>
        <p:nvSpPr>
          <p:cNvPr id="3" name="Marcador de texto vertical 2">
            <a:extLst>
              <a:ext uri="{FF2B5EF4-FFF2-40B4-BE49-F238E27FC236}">
                <a16:creationId xmlns:a16="http://schemas.microsoft.com/office/drawing/2014/main" id="{D2FD9AA9-791D-D640-AF5D-87DF3914DC93}"/>
              </a:ext>
            </a:extLst>
          </p:cNvPr>
          <p:cNvSpPr>
            <a:spLocks noGrp="1"/>
          </p:cNvSpPr>
          <p:nvPr>
            <p:ph type="body" orient="vert" idx="1"/>
          </p:nvPr>
        </p:nvSpPr>
        <p:spPr>
          <a:xfrm>
            <a:off x="838200" y="2108197"/>
            <a:ext cx="10515600" cy="4068765"/>
          </a:xfrm>
          <a:prstGeom prst="rect">
            <a:avLst/>
          </a:prstGeo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BEA8E4A-2B4B-7A44-8E86-46F69B8D6A19}"/>
              </a:ext>
            </a:extLst>
          </p:cNvPr>
          <p:cNvSpPr>
            <a:spLocks noGrp="1"/>
          </p:cNvSpPr>
          <p:nvPr>
            <p:ph type="dt" sz="half" idx="10"/>
          </p:nvPr>
        </p:nvSpPr>
        <p:spPr/>
        <p:txBody>
          <a:bodyPr/>
          <a:lstStyle/>
          <a:p>
            <a:fld id="{F9ACE1B8-50E8-41AE-B289-DDEF242637E2}" type="datetime6">
              <a:rPr lang="es-PE" smtClean="0"/>
              <a:t>Abril de 2026</a:t>
            </a:fld>
            <a:endParaRPr lang="es-PE"/>
          </a:p>
        </p:txBody>
      </p:sp>
      <p:sp>
        <p:nvSpPr>
          <p:cNvPr id="5" name="Marcador de pie de página 4">
            <a:extLst>
              <a:ext uri="{FF2B5EF4-FFF2-40B4-BE49-F238E27FC236}">
                <a16:creationId xmlns:a16="http://schemas.microsoft.com/office/drawing/2014/main" id="{2BB04C96-1676-754C-9A8B-159B005BA11A}"/>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E4FC7515-E45E-EA9E-AB33-84FFF36BD2F6}"/>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35224937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A8B670-B2A5-5048-888C-B345BD663E30}"/>
              </a:ext>
            </a:extLst>
          </p:cNvPr>
          <p:cNvSpPr>
            <a:spLocks noGrp="1"/>
          </p:cNvSpPr>
          <p:nvPr>
            <p:ph type="title" orient="vert"/>
          </p:nvPr>
        </p:nvSpPr>
        <p:spPr>
          <a:xfrm>
            <a:off x="8724900" y="365125"/>
            <a:ext cx="2628900" cy="5811838"/>
          </a:xfrm>
          <a:prstGeom prst="rect">
            <a:avLst/>
          </a:prstGeom>
        </p:spPr>
        <p:txBody>
          <a:bodyPr vert="eaVert"/>
          <a:lstStyle/>
          <a:p>
            <a:r>
              <a:rPr lang="es-ES" dirty="0"/>
              <a:t>Haga clic para modificar el estilo de título del patrón</a:t>
            </a:r>
            <a:endParaRPr lang="es-PE" dirty="0"/>
          </a:p>
        </p:txBody>
      </p:sp>
      <p:sp>
        <p:nvSpPr>
          <p:cNvPr id="3" name="Marcador de texto vertical 2">
            <a:extLst>
              <a:ext uri="{FF2B5EF4-FFF2-40B4-BE49-F238E27FC236}">
                <a16:creationId xmlns:a16="http://schemas.microsoft.com/office/drawing/2014/main" id="{6DFF0EDD-FEAB-C845-87C0-40EC9D572C3F}"/>
              </a:ext>
            </a:extLst>
          </p:cNvPr>
          <p:cNvSpPr>
            <a:spLocks noGrp="1"/>
          </p:cNvSpPr>
          <p:nvPr>
            <p:ph type="body" orient="vert" idx="1"/>
          </p:nvPr>
        </p:nvSpPr>
        <p:spPr>
          <a:xfrm>
            <a:off x="838200" y="365125"/>
            <a:ext cx="7734300" cy="5811838"/>
          </a:xfrm>
          <a:prstGeom prst="rect">
            <a:avLst/>
          </a:prstGeo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BC253251-F540-0244-AF80-037E0E2FDA04}"/>
              </a:ext>
            </a:extLst>
          </p:cNvPr>
          <p:cNvSpPr>
            <a:spLocks noGrp="1"/>
          </p:cNvSpPr>
          <p:nvPr>
            <p:ph type="dt" sz="half" idx="10"/>
          </p:nvPr>
        </p:nvSpPr>
        <p:spPr/>
        <p:txBody>
          <a:bodyPr/>
          <a:lstStyle/>
          <a:p>
            <a:fld id="{A6B82286-761A-4DF9-BC80-ED7ACDE5A868}" type="datetime6">
              <a:rPr lang="es-PE" smtClean="0"/>
              <a:t>Abril de 2026</a:t>
            </a:fld>
            <a:endParaRPr lang="es-PE"/>
          </a:p>
        </p:txBody>
      </p:sp>
      <p:sp>
        <p:nvSpPr>
          <p:cNvPr id="5" name="Marcador de pie de página 4">
            <a:extLst>
              <a:ext uri="{FF2B5EF4-FFF2-40B4-BE49-F238E27FC236}">
                <a16:creationId xmlns:a16="http://schemas.microsoft.com/office/drawing/2014/main" id="{5A51A4D8-F0DD-F843-9B64-8E56FBB91A7F}"/>
              </a:ext>
            </a:extLst>
          </p:cNvPr>
          <p:cNvSpPr>
            <a:spLocks noGrp="1"/>
          </p:cNvSpPr>
          <p:nvPr>
            <p:ph type="ftr" sz="quarter" idx="11"/>
          </p:nvPr>
        </p:nvSpPr>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9245C2B-EA67-6FB3-B251-E41C031854F1}"/>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1324469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E40041-0AC9-F54A-8CD6-2C6E25C00435}"/>
              </a:ext>
            </a:extLst>
          </p:cNvPr>
          <p:cNvSpPr>
            <a:spLocks noGrp="1"/>
          </p:cNvSpPr>
          <p:nvPr>
            <p:ph type="ctrTitle" hasCustomPrompt="1"/>
          </p:nvPr>
        </p:nvSpPr>
        <p:spPr>
          <a:xfrm>
            <a:off x="2628900" y="2314574"/>
            <a:ext cx="7181850" cy="2224781"/>
          </a:xfrm>
        </p:spPr>
        <p:txBody>
          <a:bodyPr anchor="b"/>
          <a:lstStyle>
            <a:lvl1pPr algn="ctr">
              <a:defRPr sz="6000">
                <a:solidFill>
                  <a:schemeClr val="accent1"/>
                </a:solidFill>
                <a:latin typeface="+mj-lt"/>
                <a:cs typeface="Arial" panose="020B0604020202020204" pitchFamily="34" charset="0"/>
              </a:defRPr>
            </a:lvl1pPr>
          </a:lstStyle>
          <a:p>
            <a:r>
              <a:rPr lang="es-ES" dirty="0"/>
              <a:t>Título de clase</a:t>
            </a:r>
            <a:endParaRPr lang="es-PE" dirty="0"/>
          </a:p>
        </p:txBody>
      </p:sp>
      <p:sp>
        <p:nvSpPr>
          <p:cNvPr id="3" name="Subtítulo 2">
            <a:extLst>
              <a:ext uri="{FF2B5EF4-FFF2-40B4-BE49-F238E27FC236}">
                <a16:creationId xmlns:a16="http://schemas.microsoft.com/office/drawing/2014/main" id="{3F940FCB-6F03-EA41-B8CA-B38BB6401CE1}"/>
              </a:ext>
            </a:extLst>
          </p:cNvPr>
          <p:cNvSpPr>
            <a:spLocks noGrp="1"/>
          </p:cNvSpPr>
          <p:nvPr>
            <p:ph type="subTitle" idx="1" hasCustomPrompt="1"/>
          </p:nvPr>
        </p:nvSpPr>
        <p:spPr>
          <a:xfrm>
            <a:off x="9810750" y="4539355"/>
            <a:ext cx="2131452" cy="651770"/>
          </a:xfrm>
        </p:spPr>
        <p:txBody>
          <a:bodyPr anchor="ctr">
            <a:normAutofit/>
          </a:bodyPr>
          <a:lstStyle>
            <a:lvl1pPr marL="0" indent="0" algn="ctr">
              <a:buNone/>
              <a:defRPr sz="4000" b="1">
                <a:solidFill>
                  <a:schemeClr val="bg1"/>
                </a:solidFill>
                <a:latin typeface="+mj-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2023</a:t>
            </a:r>
            <a:endParaRPr lang="es-PE" dirty="0"/>
          </a:p>
        </p:txBody>
      </p:sp>
      <p:sp>
        <p:nvSpPr>
          <p:cNvPr id="11" name="Marcador de pie de página 4">
            <a:extLst>
              <a:ext uri="{FF2B5EF4-FFF2-40B4-BE49-F238E27FC236}">
                <a16:creationId xmlns:a16="http://schemas.microsoft.com/office/drawing/2014/main" id="{409037FA-8AD4-46E6-D14A-A0B5918A9F7B}"/>
              </a:ext>
            </a:extLst>
          </p:cNvPr>
          <p:cNvSpPr>
            <a:spLocks noGrp="1"/>
          </p:cNvSpPr>
          <p:nvPr>
            <p:ph type="ftr" sz="quarter" idx="11"/>
          </p:nvPr>
        </p:nvSpPr>
        <p:spPr>
          <a:xfrm>
            <a:off x="2628900" y="326688"/>
            <a:ext cx="4114800" cy="365125"/>
          </a:xfrm>
        </p:spPr>
        <p:txBody>
          <a:bodyPr/>
          <a:lstStyle>
            <a:lvl1pPr>
              <a:defRPr>
                <a:solidFill>
                  <a:schemeClr val="bg1"/>
                </a:solidFill>
              </a:defRPr>
            </a:lvl1pPr>
          </a:lstStyle>
          <a:p>
            <a:r>
              <a:rPr lang="en-US" dirty="0" err="1"/>
              <a:t>Nombre</a:t>
            </a:r>
            <a:r>
              <a:rPr lang="en-US" dirty="0"/>
              <a:t> de </a:t>
            </a:r>
            <a:r>
              <a:rPr lang="en-US" dirty="0" err="1"/>
              <a:t>Curso</a:t>
            </a:r>
            <a:endParaRPr lang="es-PE" sz="800" dirty="0"/>
          </a:p>
        </p:txBody>
      </p:sp>
      <p:sp>
        <p:nvSpPr>
          <p:cNvPr id="6" name="Text Placeholder 5">
            <a:extLst>
              <a:ext uri="{FF2B5EF4-FFF2-40B4-BE49-F238E27FC236}">
                <a16:creationId xmlns:a16="http://schemas.microsoft.com/office/drawing/2014/main" id="{D1CC77DF-7156-87EC-5584-40C3F6286139}"/>
              </a:ext>
            </a:extLst>
          </p:cNvPr>
          <p:cNvSpPr>
            <a:spLocks noGrp="1"/>
          </p:cNvSpPr>
          <p:nvPr>
            <p:ph type="body" sz="quarter" idx="12" hasCustomPrompt="1"/>
          </p:nvPr>
        </p:nvSpPr>
        <p:spPr>
          <a:xfrm>
            <a:off x="374057" y="6089066"/>
            <a:ext cx="4100513" cy="440147"/>
          </a:xfrm>
        </p:spPr>
        <p:txBody>
          <a:bodyPr/>
          <a:lstStyle>
            <a:lvl1pPr marL="0" indent="0">
              <a:buClr>
                <a:schemeClr val="accent6"/>
              </a:buClr>
              <a:buNone/>
              <a:defRPr>
                <a:solidFill>
                  <a:schemeClr val="bg1"/>
                </a:solidFill>
              </a:defRPr>
            </a:lvl1pPr>
            <a:lvl2pPr>
              <a:buClr>
                <a:schemeClr val="accent6"/>
              </a:buClr>
              <a:defRPr>
                <a:solidFill>
                  <a:schemeClr val="bg1"/>
                </a:solidFill>
              </a:defRPr>
            </a:lvl2pPr>
            <a:lvl3pPr>
              <a:buClr>
                <a:schemeClr val="accent6"/>
              </a:buClr>
              <a:defRPr>
                <a:solidFill>
                  <a:schemeClr val="bg1"/>
                </a:solidFill>
              </a:defRPr>
            </a:lvl3pPr>
            <a:lvl4pPr>
              <a:buClr>
                <a:schemeClr val="accent6"/>
              </a:buClr>
              <a:defRPr>
                <a:solidFill>
                  <a:schemeClr val="bg1"/>
                </a:solidFill>
              </a:defRPr>
            </a:lvl4pPr>
            <a:lvl5pPr>
              <a:buClr>
                <a:schemeClr val="accent6"/>
              </a:buClr>
              <a:defRPr>
                <a:solidFill>
                  <a:schemeClr val="bg1"/>
                </a:solidFill>
              </a:defRPr>
            </a:lvl5pPr>
          </a:lstStyle>
          <a:p>
            <a:pPr lvl="0"/>
            <a:r>
              <a:rPr lang="en-US" dirty="0" err="1"/>
              <a:t>Nombre</a:t>
            </a:r>
            <a:r>
              <a:rPr lang="en-US" dirty="0"/>
              <a:t> de </a:t>
            </a:r>
            <a:r>
              <a:rPr lang="en-US" dirty="0" err="1"/>
              <a:t>Profesor</a:t>
            </a:r>
            <a:endParaRPr lang="es-PE" dirty="0"/>
          </a:p>
        </p:txBody>
      </p:sp>
    </p:spTree>
    <p:extLst>
      <p:ext uri="{BB962C8B-B14F-4D97-AF65-F5344CB8AC3E}">
        <p14:creationId xmlns:p14="http://schemas.microsoft.com/office/powerpoint/2010/main" val="3810030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93893" y="4999970"/>
            <a:ext cx="3339907" cy="717550"/>
          </a:xfrm>
        </p:spPr>
        <p:txBody>
          <a:bodyPr>
            <a:noAutofit/>
          </a:bodyPr>
          <a:lstStyle>
            <a:lvl1pPr algn="ctr">
              <a:defRPr sz="2800">
                <a:solidFill>
                  <a:schemeClr val="bg1"/>
                </a:solidFill>
                <a:latin typeface="+mj-lt"/>
                <a:cs typeface="Arial" panose="020B0604020202020204" pitchFamily="34" charset="0"/>
              </a:defRPr>
            </a:lvl1pPr>
          </a:lstStyle>
          <a:p>
            <a:r>
              <a:rPr lang="en-US" dirty="0" err="1"/>
              <a:t>Título</a:t>
            </a:r>
            <a:endParaRPr lang="es-PE" dirty="0"/>
          </a:p>
        </p:txBody>
      </p:sp>
      <p:sp>
        <p:nvSpPr>
          <p:cNvPr id="3" name="Marcador de contenido 2">
            <a:extLst>
              <a:ext uri="{FF2B5EF4-FFF2-40B4-BE49-F238E27FC236}">
                <a16:creationId xmlns:a16="http://schemas.microsoft.com/office/drawing/2014/main" id="{AE333C54-732D-4A5F-8493-6279F2718CD3}"/>
              </a:ext>
            </a:extLst>
          </p:cNvPr>
          <p:cNvSpPr>
            <a:spLocks noGrp="1"/>
          </p:cNvSpPr>
          <p:nvPr>
            <p:ph idx="1"/>
          </p:nvPr>
        </p:nvSpPr>
        <p:spPr>
          <a:xfrm>
            <a:off x="4622993" y="1285875"/>
            <a:ext cx="6851456" cy="4072870"/>
          </a:xfrm>
        </p:spPr>
        <p:txBody>
          <a:bodyPr/>
          <a:lstStyle>
            <a:lvl1pPr marL="228600" indent="-228600">
              <a:buClr>
                <a:schemeClr val="accent1"/>
              </a:buClr>
              <a:buFontTx/>
              <a:buChar char="•"/>
              <a:defRPr>
                <a:solidFill>
                  <a:schemeClr val="tx1"/>
                </a:solidFill>
              </a:defRPr>
            </a:lvl1pPr>
            <a:lvl2pPr marL="685800" indent="-228600">
              <a:buClr>
                <a:schemeClr val="accent1"/>
              </a:buClr>
              <a:buFontTx/>
              <a:buChar char="•"/>
              <a:defRPr>
                <a:solidFill>
                  <a:schemeClr val="tx1"/>
                </a:solidFill>
              </a:defRPr>
            </a:lvl2pPr>
            <a:lvl3pPr marL="1143000" indent="-228600">
              <a:buClr>
                <a:schemeClr val="accent1"/>
              </a:buClr>
              <a:buFontTx/>
              <a:buChar char="•"/>
              <a:defRPr>
                <a:solidFill>
                  <a:schemeClr val="tx1"/>
                </a:solidFill>
              </a:defRPr>
            </a:lvl3pPr>
            <a:lvl4pPr marL="1600200" indent="-228600">
              <a:buClr>
                <a:schemeClr val="accent1"/>
              </a:buClr>
              <a:buSzPct val="70000"/>
              <a:buFontTx/>
              <a:buChar char="•"/>
              <a:defRPr>
                <a:solidFill>
                  <a:schemeClr val="tx1"/>
                </a:solidFill>
              </a:defRPr>
            </a:lvl4pPr>
            <a:lvl5pPr marL="2057400" indent="-228600">
              <a:buClr>
                <a:schemeClr val="accent1"/>
              </a:buClr>
              <a:buSzPct val="50000"/>
              <a:buFontTx/>
              <a:buChar char="•"/>
              <a:defRPr>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F12D76C1-E4EF-42D1-88E3-B3E1BE457EF7}" type="datetime6">
              <a:rPr lang="es-PE" smtClean="0"/>
              <a:t>Abril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lvl1pPr>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337014226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936BE4A0-0EF9-4513-98D7-49E1F009126F}" type="datetime6">
              <a:rPr lang="es-PE" smtClean="0"/>
              <a:t>Abril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
        <p:nvSpPr>
          <p:cNvPr id="6" name="Rectangle 5">
            <a:extLst>
              <a:ext uri="{FF2B5EF4-FFF2-40B4-BE49-F238E27FC236}">
                <a16:creationId xmlns:a16="http://schemas.microsoft.com/office/drawing/2014/main" id="{C5722D55-BD67-C2D0-8DB9-2255495858E9}"/>
              </a:ext>
            </a:extLst>
          </p:cNvPr>
          <p:cNvSpPr/>
          <p:nvPr userDrawn="1"/>
        </p:nvSpPr>
        <p:spPr>
          <a:xfrm>
            <a:off x="-1" y="1888177"/>
            <a:ext cx="8737793" cy="224443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23849" y="2162175"/>
            <a:ext cx="8067675" cy="1695450"/>
          </a:xfrm>
        </p:spPr>
        <p:txBody>
          <a:bodyPr>
            <a:noAutofit/>
          </a:bodyPr>
          <a:lstStyle>
            <a:lvl1pPr>
              <a:defRPr sz="6000">
                <a:solidFill>
                  <a:schemeClr val="bg1"/>
                </a:solidFill>
                <a:latin typeface="+mj-lt"/>
                <a:cs typeface="Arial" panose="020B0604020202020204" pitchFamily="34" charset="0"/>
              </a:defRPr>
            </a:lvl1pPr>
          </a:lstStyle>
          <a:p>
            <a:r>
              <a:rPr lang="es-ES" dirty="0"/>
              <a:t>Nueva Sección</a:t>
            </a:r>
            <a:endParaRPr lang="es-PE" dirty="0"/>
          </a:p>
        </p:txBody>
      </p:sp>
    </p:spTree>
    <p:extLst>
      <p:ext uri="{BB962C8B-B14F-4D97-AF65-F5344CB8AC3E}">
        <p14:creationId xmlns:p14="http://schemas.microsoft.com/office/powerpoint/2010/main" val="11505411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CFF21E75-C2F6-4021-B002-DFF0EB1C555C}" type="datetime6">
              <a:rPr lang="es-PE" smtClean="0"/>
              <a:t>Abril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29432324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7B0539C0-0715-4FF5-A23B-AA722BAB028B}" type="datetime6">
              <a:rPr lang="es-PE" smtClean="0"/>
              <a:t>Abril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29449086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ángulo redondeado 9">
            <a:extLst>
              <a:ext uri="{FF2B5EF4-FFF2-40B4-BE49-F238E27FC236}">
                <a16:creationId xmlns:a16="http://schemas.microsoft.com/office/drawing/2014/main" id="{24F721D9-3A4E-DA31-4304-76691E23E80D}"/>
              </a:ext>
            </a:extLst>
          </p:cNvPr>
          <p:cNvSpPr/>
          <p:nvPr userDrawn="1"/>
        </p:nvSpPr>
        <p:spPr>
          <a:xfrm>
            <a:off x="838200" y="2024743"/>
            <a:ext cx="9716589" cy="3843644"/>
          </a:xfrm>
          <a:prstGeom prst="roundRect">
            <a:avLst>
              <a:gd name="adj" fmla="val 6011"/>
            </a:avLst>
          </a:prstGeom>
          <a:solidFill>
            <a:srgbClr val="0A2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ltLang="es-PE" sz="2000" b="1" dirty="0">
              <a:solidFill>
                <a:schemeClr val="bg1"/>
              </a:solidFill>
              <a:latin typeface="Montserrat" pitchFamily="2" charset="77"/>
            </a:endParaRPr>
          </a:p>
        </p:txBody>
      </p:sp>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7B0539C0-0715-4FF5-A23B-AA722BAB028B}" type="datetime6">
              <a:rPr lang="es-PE" smtClean="0"/>
              <a:t>Abril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buClr>
                <a:schemeClr val="accent6"/>
              </a:buClr>
              <a:defRPr sz="2400">
                <a:solidFill>
                  <a:schemeClr val="bg1"/>
                </a:solidFill>
              </a:defRPr>
            </a:lvl1pPr>
            <a:lvl2pPr>
              <a:buClr>
                <a:schemeClr val="accent6"/>
              </a:buClr>
              <a:defRPr sz="2200">
                <a:solidFill>
                  <a:schemeClr val="bg1"/>
                </a:solidFill>
              </a:defRPr>
            </a:lvl2pPr>
            <a:lvl3pPr>
              <a:buClr>
                <a:schemeClr val="accent6"/>
              </a:buClr>
              <a:defRPr>
                <a:solidFill>
                  <a:schemeClr val="bg1"/>
                </a:solidFill>
              </a:defRPr>
            </a:lvl3pPr>
            <a:lvl4pPr>
              <a:buClr>
                <a:schemeClr val="accent6"/>
              </a:buClr>
              <a:defRPr>
                <a:solidFill>
                  <a:schemeClr val="bg1"/>
                </a:solidFill>
              </a:defRPr>
            </a:lvl4pPr>
            <a:lvl5pPr>
              <a:buClr>
                <a:schemeClr val="accent6"/>
              </a:buCl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Tree>
    <p:extLst>
      <p:ext uri="{BB962C8B-B14F-4D97-AF65-F5344CB8AC3E}">
        <p14:creationId xmlns:p14="http://schemas.microsoft.com/office/powerpoint/2010/main" val="195278651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D91A-522C-4964-BCF9-313C2CCF5DAD}"/>
              </a:ext>
            </a:extLst>
          </p:cNvPr>
          <p:cNvSpPr>
            <a:spLocks noGrp="1"/>
          </p:cNvSpPr>
          <p:nvPr>
            <p:ph type="ctrTitle"/>
          </p:nvPr>
        </p:nvSpPr>
        <p:spPr>
          <a:xfrm>
            <a:off x="2295525" y="2549525"/>
            <a:ext cx="5162550" cy="1555750"/>
          </a:xfrm>
        </p:spPr>
        <p:txBody>
          <a:bodyPr anchor="b">
            <a:normAutofit/>
          </a:bodyPr>
          <a:lstStyle>
            <a:lvl1pPr algn="ctr">
              <a:defRPr sz="3600">
                <a:solidFill>
                  <a:schemeClr val="bg1"/>
                </a:solidFill>
                <a:latin typeface="+mj-lt"/>
                <a:cs typeface="Arial" panose="020B0604020202020204" pitchFamily="34" charset="0"/>
              </a:defRPr>
            </a:lvl1pPr>
          </a:lstStyle>
          <a:p>
            <a:r>
              <a:rPr lang="es-ES" dirty="0"/>
              <a:t>Haga clic para modificar el estilo de título del patrón</a:t>
            </a:r>
            <a:endParaRPr lang="es-PE" dirty="0"/>
          </a:p>
        </p:txBody>
      </p:sp>
      <p:pic>
        <p:nvPicPr>
          <p:cNvPr id="6" name="Imagen 5">
            <a:extLst>
              <a:ext uri="{FF2B5EF4-FFF2-40B4-BE49-F238E27FC236}">
                <a16:creationId xmlns:a16="http://schemas.microsoft.com/office/drawing/2014/main" id="{6D79D4C0-AA8A-45B0-85A5-1FD89F1DDE6D}"/>
              </a:ext>
            </a:extLst>
          </p:cNvPr>
          <p:cNvPicPr>
            <a:picLocks noChangeAspect="1"/>
          </p:cNvPicPr>
          <p:nvPr userDrawn="1"/>
        </p:nvPicPr>
        <p:blipFill>
          <a:blip r:embed="rId3"/>
          <a:stretch>
            <a:fillRect/>
          </a:stretch>
        </p:blipFill>
        <p:spPr>
          <a:xfrm>
            <a:off x="7503038" y="2635960"/>
            <a:ext cx="1314090" cy="1371600"/>
          </a:xfrm>
          <a:prstGeom prst="rect">
            <a:avLst/>
          </a:prstGeom>
        </p:spPr>
      </p:pic>
    </p:spTree>
    <p:extLst>
      <p:ext uri="{BB962C8B-B14F-4D97-AF65-F5344CB8AC3E}">
        <p14:creationId xmlns:p14="http://schemas.microsoft.com/office/powerpoint/2010/main" val="23283643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D91A-522C-4964-BCF9-313C2CCF5DAD}"/>
              </a:ext>
            </a:extLst>
          </p:cNvPr>
          <p:cNvSpPr>
            <a:spLocks noGrp="1"/>
          </p:cNvSpPr>
          <p:nvPr>
            <p:ph type="ctrTitle" hasCustomPrompt="1"/>
          </p:nvPr>
        </p:nvSpPr>
        <p:spPr>
          <a:xfrm>
            <a:off x="3514724" y="663575"/>
            <a:ext cx="7762875" cy="1079500"/>
          </a:xfrm>
        </p:spPr>
        <p:txBody>
          <a:bodyPr anchor="ctr">
            <a:normAutofit/>
          </a:bodyPr>
          <a:lstStyle>
            <a:lvl1pPr algn="ctr">
              <a:defRPr sz="2800">
                <a:solidFill>
                  <a:schemeClr val="bg1"/>
                </a:solidFill>
                <a:latin typeface="+mj-lt"/>
                <a:cs typeface="Arial" panose="020B0604020202020204" pitchFamily="34" charset="0"/>
              </a:defRPr>
            </a:lvl1pPr>
          </a:lstStyle>
          <a:p>
            <a:r>
              <a:rPr lang="es-ES" dirty="0"/>
              <a:t>Haga clic para modificar el estilo de título del patrón</a:t>
            </a:r>
            <a:endParaRPr lang="es-PE" dirty="0"/>
          </a:p>
        </p:txBody>
      </p:sp>
    </p:spTree>
    <p:extLst>
      <p:ext uri="{BB962C8B-B14F-4D97-AF65-F5344CB8AC3E}">
        <p14:creationId xmlns:p14="http://schemas.microsoft.com/office/powerpoint/2010/main" val="37647276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entrada" type="blank">
  <p:cSld name="entrada">
    <p:spTree>
      <p:nvGrpSpPr>
        <p:cNvPr id="1" name="Shape 14"/>
        <p:cNvGrpSpPr/>
        <p:nvPr/>
      </p:nvGrpSpPr>
      <p:grpSpPr>
        <a:xfrm>
          <a:off x="0" y="0"/>
          <a:ext cx="0" cy="0"/>
          <a:chOff x="0" y="0"/>
          <a:chExt cx="0" cy="0"/>
        </a:xfrm>
      </p:grpSpPr>
      <p:sp>
        <p:nvSpPr>
          <p:cNvPr id="15" name="Google Shape;15;p2"/>
          <p:cNvSpPr/>
          <p:nvPr/>
        </p:nvSpPr>
        <p:spPr>
          <a:xfrm>
            <a:off x="0" y="-17314"/>
            <a:ext cx="12192000" cy="6858000"/>
          </a:xfrm>
          <a:prstGeom prst="rect">
            <a:avLst/>
          </a:prstGeom>
          <a:solidFill>
            <a:srgbClr val="00BF8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7" name="Google Shape;17;p2"/>
          <p:cNvPicPr preferRelativeResize="0">
            <a:picLocks noChangeAspect="1"/>
          </p:cNvPicPr>
          <p:nvPr/>
        </p:nvPicPr>
        <p:blipFill>
          <a:blip r:embed="rId2"/>
          <a:srcRect/>
          <a:stretch/>
        </p:blipFill>
        <p:spPr>
          <a:xfrm>
            <a:off x="6672059" y="2777043"/>
            <a:ext cx="4686308" cy="1389600"/>
          </a:xfrm>
          <a:prstGeom prst="rect">
            <a:avLst/>
          </a:prstGeom>
          <a:noFill/>
          <a:ln>
            <a:noFill/>
          </a:ln>
        </p:spPr>
      </p:pic>
      <p:sp>
        <p:nvSpPr>
          <p:cNvPr id="2" name="Rectángulo 1">
            <a:extLst>
              <a:ext uri="{FF2B5EF4-FFF2-40B4-BE49-F238E27FC236}">
                <a16:creationId xmlns:a16="http://schemas.microsoft.com/office/drawing/2014/main" id="{C63A0B1C-38C6-4A94-BC53-9378BD6F4196}"/>
              </a:ext>
            </a:extLst>
          </p:cNvPr>
          <p:cNvSpPr/>
          <p:nvPr/>
        </p:nvSpPr>
        <p:spPr>
          <a:xfrm>
            <a:off x="604699" y="5047662"/>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lipse 2">
            <a:extLst>
              <a:ext uri="{FF2B5EF4-FFF2-40B4-BE49-F238E27FC236}">
                <a16:creationId xmlns:a16="http://schemas.microsoft.com/office/drawing/2014/main" id="{709FF01B-D296-4FC4-86C6-18C1AA1F0700}"/>
              </a:ext>
            </a:extLst>
          </p:cNvPr>
          <p:cNvSpPr>
            <a:spLocks noChangeAspect="1"/>
          </p:cNvSpPr>
          <p:nvPr/>
        </p:nvSpPr>
        <p:spPr>
          <a:xfrm>
            <a:off x="2087026" y="5059599"/>
            <a:ext cx="1476000" cy="1475999"/>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grama de flujo: retraso 3">
            <a:extLst>
              <a:ext uri="{FF2B5EF4-FFF2-40B4-BE49-F238E27FC236}">
                <a16:creationId xmlns:a16="http://schemas.microsoft.com/office/drawing/2014/main" id="{F33AB0F3-5E83-4F73-B1B3-E7FFB7FAC1CF}"/>
              </a:ext>
            </a:extLst>
          </p:cNvPr>
          <p:cNvSpPr>
            <a:spLocks/>
          </p:cNvSpPr>
          <p:nvPr/>
        </p:nvSpPr>
        <p:spPr>
          <a:xfrm>
            <a:off x="604699" y="3568509"/>
            <a:ext cx="1476000" cy="1476000"/>
          </a:xfrm>
          <a:prstGeom prst="flowChartDela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írculo parcial 4">
            <a:extLst>
              <a:ext uri="{FF2B5EF4-FFF2-40B4-BE49-F238E27FC236}">
                <a16:creationId xmlns:a16="http://schemas.microsoft.com/office/drawing/2014/main" id="{E01F752C-EAF0-4FBF-B895-7C40EAE76E6B}"/>
              </a:ext>
            </a:extLst>
          </p:cNvPr>
          <p:cNvSpPr>
            <a:spLocks noChangeAspect="1"/>
          </p:cNvSpPr>
          <p:nvPr/>
        </p:nvSpPr>
        <p:spPr>
          <a:xfrm>
            <a:off x="2080320" y="3578476"/>
            <a:ext cx="2934000" cy="2934000"/>
          </a:xfrm>
          <a:prstGeom prst="pie">
            <a:avLst>
              <a:gd name="adj1" fmla="val 16194402"/>
              <a:gd name="adj2" fmla="val 695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ángulo 8">
            <a:extLst>
              <a:ext uri="{FF2B5EF4-FFF2-40B4-BE49-F238E27FC236}">
                <a16:creationId xmlns:a16="http://schemas.microsoft.com/office/drawing/2014/main" id="{7508BC26-9C42-409E-A296-12A08043B847}"/>
              </a:ext>
            </a:extLst>
          </p:cNvPr>
          <p:cNvSpPr/>
          <p:nvPr/>
        </p:nvSpPr>
        <p:spPr>
          <a:xfrm>
            <a:off x="2072388" y="3577936"/>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írculo parcial 5">
            <a:extLst>
              <a:ext uri="{FF2B5EF4-FFF2-40B4-BE49-F238E27FC236}">
                <a16:creationId xmlns:a16="http://schemas.microsoft.com/office/drawing/2014/main" id="{A6B1ED3D-FC35-4A2C-AEA0-527CA60D93D8}"/>
              </a:ext>
            </a:extLst>
          </p:cNvPr>
          <p:cNvSpPr>
            <a:spLocks noChangeAspect="1"/>
          </p:cNvSpPr>
          <p:nvPr/>
        </p:nvSpPr>
        <p:spPr>
          <a:xfrm rot="10800000">
            <a:off x="-821269" y="574219"/>
            <a:ext cx="2857435" cy="2995143"/>
          </a:xfrm>
          <a:prstGeom prst="pie">
            <a:avLst>
              <a:gd name="adj1" fmla="val 5387486"/>
              <a:gd name="adj2" fmla="val 16200000"/>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 name="Grupo 7">
            <a:extLst>
              <a:ext uri="{FF2B5EF4-FFF2-40B4-BE49-F238E27FC236}">
                <a16:creationId xmlns:a16="http://schemas.microsoft.com/office/drawing/2014/main" id="{1EFD23FD-AE29-404D-8F53-1FD009AE807B}"/>
              </a:ext>
            </a:extLst>
          </p:cNvPr>
          <p:cNvGrpSpPr/>
          <p:nvPr/>
        </p:nvGrpSpPr>
        <p:grpSpPr>
          <a:xfrm>
            <a:off x="2087136" y="2123409"/>
            <a:ext cx="1448999" cy="1443249"/>
            <a:chOff x="2118675" y="2004020"/>
            <a:chExt cx="1448999" cy="1443249"/>
          </a:xfrm>
        </p:grpSpPr>
        <p:sp>
          <p:nvSpPr>
            <p:cNvPr id="7" name="Elipse 6">
              <a:extLst>
                <a:ext uri="{FF2B5EF4-FFF2-40B4-BE49-F238E27FC236}">
                  <a16:creationId xmlns:a16="http://schemas.microsoft.com/office/drawing/2014/main" id="{ECAC50A2-CB41-4C53-93C3-5260E20DE2E5}"/>
                </a:ext>
              </a:extLst>
            </p:cNvPr>
            <p:cNvSpPr>
              <a:spLocks noChangeAspect="1"/>
            </p:cNvSpPr>
            <p:nvPr/>
          </p:nvSpPr>
          <p:spPr>
            <a:xfrm>
              <a:off x="2847674" y="2004020"/>
              <a:ext cx="720000" cy="720000"/>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a:extLst>
                <a:ext uri="{FF2B5EF4-FFF2-40B4-BE49-F238E27FC236}">
                  <a16:creationId xmlns:a16="http://schemas.microsoft.com/office/drawing/2014/main" id="{CE6D1487-82A4-4496-B087-91DD796DE7FE}"/>
                </a:ext>
              </a:extLst>
            </p:cNvPr>
            <p:cNvSpPr>
              <a:spLocks noChangeAspect="1"/>
            </p:cNvSpPr>
            <p:nvPr/>
          </p:nvSpPr>
          <p:spPr>
            <a:xfrm>
              <a:off x="2118675" y="2727269"/>
              <a:ext cx="720000" cy="720000"/>
            </a:xfrm>
            <a:prstGeom prst="ellipse">
              <a:avLst/>
            </a:prstGeom>
            <a:solidFill>
              <a:srgbClr val="009B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ipse 12">
              <a:extLst>
                <a:ext uri="{FF2B5EF4-FFF2-40B4-BE49-F238E27FC236}">
                  <a16:creationId xmlns:a16="http://schemas.microsoft.com/office/drawing/2014/main" id="{C95F40AB-463C-4C6E-915C-5D6DF55A451C}"/>
                </a:ext>
              </a:extLst>
            </p:cNvPr>
            <p:cNvSpPr>
              <a:spLocks noChangeAspect="1"/>
            </p:cNvSpPr>
            <p:nvPr/>
          </p:nvSpPr>
          <p:spPr>
            <a:xfrm>
              <a:off x="2847674" y="2727269"/>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lipse 13">
              <a:extLst>
                <a:ext uri="{FF2B5EF4-FFF2-40B4-BE49-F238E27FC236}">
                  <a16:creationId xmlns:a16="http://schemas.microsoft.com/office/drawing/2014/main" id="{A7CDF41D-9C35-41E7-8E2B-2AA7C91BEC03}"/>
                </a:ext>
              </a:extLst>
            </p:cNvPr>
            <p:cNvSpPr>
              <a:spLocks noChangeAspect="1"/>
            </p:cNvSpPr>
            <p:nvPr/>
          </p:nvSpPr>
          <p:spPr>
            <a:xfrm>
              <a:off x="2118675" y="2004020"/>
              <a:ext cx="720000" cy="72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ángulo 17">
            <a:extLst>
              <a:ext uri="{FF2B5EF4-FFF2-40B4-BE49-F238E27FC236}">
                <a16:creationId xmlns:a16="http://schemas.microsoft.com/office/drawing/2014/main" id="{03FA7743-AFB1-4869-99F7-BBBF6B5081B5}"/>
              </a:ext>
            </a:extLst>
          </p:cNvPr>
          <p:cNvSpPr/>
          <p:nvPr/>
        </p:nvSpPr>
        <p:spPr>
          <a:xfrm>
            <a:off x="3540368" y="5047662"/>
            <a:ext cx="1476000" cy="14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írculo parcial 18">
            <a:extLst>
              <a:ext uri="{FF2B5EF4-FFF2-40B4-BE49-F238E27FC236}">
                <a16:creationId xmlns:a16="http://schemas.microsoft.com/office/drawing/2014/main" id="{9EEB8DCE-7E2B-489A-B839-B10110611D97}"/>
              </a:ext>
            </a:extLst>
          </p:cNvPr>
          <p:cNvSpPr>
            <a:spLocks noChangeAspect="1"/>
          </p:cNvSpPr>
          <p:nvPr/>
        </p:nvSpPr>
        <p:spPr>
          <a:xfrm>
            <a:off x="3552087" y="5048742"/>
            <a:ext cx="2934000" cy="2934000"/>
          </a:xfrm>
          <a:prstGeom prst="pie">
            <a:avLst>
              <a:gd name="adj1" fmla="val 16202562"/>
              <a:gd name="adj2" fmla="val 1644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23468466"/>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iapositiva de título" type="title">
  <p:cSld name="Diapositiva de título">
    <p:spTree>
      <p:nvGrpSpPr>
        <p:cNvPr id="1" name="Shape 18"/>
        <p:cNvGrpSpPr/>
        <p:nvPr/>
      </p:nvGrpSpPr>
      <p:grpSpPr>
        <a:xfrm>
          <a:off x="0" y="0"/>
          <a:ext cx="0" cy="0"/>
          <a:chOff x="0" y="0"/>
          <a:chExt cx="0" cy="0"/>
        </a:xfrm>
      </p:grpSpPr>
      <p:pic>
        <p:nvPicPr>
          <p:cNvPr id="19" name="Google Shape;19;p3"/>
          <p:cNvPicPr preferRelativeResize="0">
            <a:picLocks noChangeAspect="1"/>
          </p:cNvPicPr>
          <p:nvPr/>
        </p:nvPicPr>
        <p:blipFill>
          <a:blip r:embed="rId2"/>
          <a:srcRect/>
          <a:stretch/>
        </p:blipFill>
        <p:spPr>
          <a:xfrm>
            <a:off x="3853671" y="5579102"/>
            <a:ext cx="4484658" cy="828000"/>
          </a:xfrm>
          <a:prstGeom prst="rect">
            <a:avLst/>
          </a:prstGeom>
          <a:noFill/>
          <a:ln>
            <a:noFill/>
          </a:ln>
        </p:spPr>
      </p:pic>
      <p:sp>
        <p:nvSpPr>
          <p:cNvPr id="20" name="Google Shape;20;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4800"/>
              <a:buFont typeface="Arial"/>
              <a:buNone/>
              <a:defRPr sz="48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dirty="0"/>
          </a:p>
        </p:txBody>
      </p:sp>
      <p:sp>
        <p:nvSpPr>
          <p:cNvPr id="21" name="Google Shape;21;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648585"/>
              </a:buClr>
              <a:buSzPts val="2400"/>
              <a:buNone/>
              <a:defRPr sz="2400" i="1">
                <a:solidFill>
                  <a:srgbClr val="64858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s-ES"/>
              <a:t>Haga clic para modificar el estilo de subtítulo del patrón</a:t>
            </a:r>
            <a:endParaRPr dirty="0"/>
          </a:p>
        </p:txBody>
      </p:sp>
    </p:spTree>
    <p:extLst>
      <p:ext uri="{BB962C8B-B14F-4D97-AF65-F5344CB8AC3E}">
        <p14:creationId xmlns:p14="http://schemas.microsoft.com/office/powerpoint/2010/main" val="446508979"/>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ido con título" userDrawn="1">
  <p:cSld name="Contenido con título">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839788" y="457200"/>
            <a:ext cx="10354982" cy="7146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dirty="0"/>
              <a:t>Haga clic para modificar el estilo de título del patrón</a:t>
            </a:r>
            <a:endParaRPr dirty="0"/>
          </a:p>
        </p:txBody>
      </p:sp>
      <p:sp>
        <p:nvSpPr>
          <p:cNvPr id="26" name="Google Shape;26;p4"/>
          <p:cNvSpPr/>
          <p:nvPr/>
        </p:nvSpPr>
        <p:spPr>
          <a:xfrm>
            <a:off x="-44525" y="5717000"/>
            <a:ext cx="10127400" cy="939300"/>
          </a:xfrm>
          <a:prstGeom prst="rect">
            <a:avLst/>
          </a:prstGeom>
          <a:solidFill>
            <a:srgbClr val="0020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
          <p:cNvSpPr/>
          <p:nvPr/>
        </p:nvSpPr>
        <p:spPr>
          <a:xfrm>
            <a:off x="8753475" y="5717000"/>
            <a:ext cx="22666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
          <p:cNvSpPr/>
          <p:nvPr/>
        </p:nvSpPr>
        <p:spPr>
          <a:xfrm>
            <a:off x="11020286" y="5716955"/>
            <a:ext cx="939300" cy="939300"/>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 name="Imagen 2">
            <a:extLst>
              <a:ext uri="{FF2B5EF4-FFF2-40B4-BE49-F238E27FC236}">
                <a16:creationId xmlns:a16="http://schemas.microsoft.com/office/drawing/2014/main" id="{A970058A-F152-4A93-A50A-BC853F5A4603}"/>
              </a:ext>
            </a:extLst>
          </p:cNvPr>
          <p:cNvPicPr>
            <a:picLocks noChangeAspect="1"/>
          </p:cNvPicPr>
          <p:nvPr/>
        </p:nvPicPr>
        <p:blipFill rotWithShape="1">
          <a:blip r:embed="rId2"/>
          <a:srcRect l="25217"/>
          <a:stretch/>
        </p:blipFill>
        <p:spPr>
          <a:xfrm>
            <a:off x="8929708" y="5954450"/>
            <a:ext cx="1856985" cy="464401"/>
          </a:xfrm>
          <a:prstGeom prst="rect">
            <a:avLst/>
          </a:prstGeom>
        </p:spPr>
      </p:pic>
      <p:sp>
        <p:nvSpPr>
          <p:cNvPr id="30" name="Google Shape;30;p4"/>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31" name="Google Shape;31;p4"/>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dirty="0">
                <a:solidFill>
                  <a:schemeClr val="lt1"/>
                </a:solidFill>
                <a:latin typeface="Arial"/>
                <a:ea typeface="Arial"/>
                <a:cs typeface="Arial"/>
                <a:sym typeface="Arial"/>
              </a:rPr>
              <a:t>Gestión de Servicios TICS</a:t>
            </a:r>
            <a:endParaRPr sz="1600" b="1" i="0" u="none" strike="noStrike" cap="none" dirty="0">
              <a:solidFill>
                <a:schemeClr val="lt1"/>
              </a:solidFill>
              <a:latin typeface="Arial"/>
              <a:ea typeface="Arial"/>
              <a:cs typeface="Arial"/>
              <a:sym typeface="Arial"/>
            </a:endParaRPr>
          </a:p>
        </p:txBody>
      </p:sp>
      <p:pic>
        <p:nvPicPr>
          <p:cNvPr id="13" name="Imagen 12">
            <a:extLst>
              <a:ext uri="{FF2B5EF4-FFF2-40B4-BE49-F238E27FC236}">
                <a16:creationId xmlns:a16="http://schemas.microsoft.com/office/drawing/2014/main" id="{A2396329-D7D9-4B93-942B-A183A1B92BE8}"/>
              </a:ext>
            </a:extLst>
          </p:cNvPr>
          <p:cNvPicPr>
            <a:picLocks noChangeAspect="1"/>
          </p:cNvPicPr>
          <p:nvPr/>
        </p:nvPicPr>
        <p:blipFill rotWithShape="1">
          <a:blip r:embed="rId2"/>
          <a:srcRect r="74783"/>
          <a:stretch/>
        </p:blipFill>
        <p:spPr>
          <a:xfrm>
            <a:off x="7975126" y="5954450"/>
            <a:ext cx="626177" cy="464401"/>
          </a:xfrm>
          <a:prstGeom prst="rect">
            <a:avLst/>
          </a:prstGeom>
        </p:spPr>
      </p:pic>
      <p:sp>
        <p:nvSpPr>
          <p:cNvPr id="2" name="Marcador de contenido 2">
            <a:extLst>
              <a:ext uri="{FF2B5EF4-FFF2-40B4-BE49-F238E27FC236}">
                <a16:creationId xmlns:a16="http://schemas.microsoft.com/office/drawing/2014/main" id="{3144F459-B08C-2BAC-C694-A5084568ACFB}"/>
              </a:ext>
            </a:extLst>
          </p:cNvPr>
          <p:cNvSpPr>
            <a:spLocks noGrp="1"/>
          </p:cNvSpPr>
          <p:nvPr>
            <p:ph idx="1"/>
          </p:nvPr>
        </p:nvSpPr>
        <p:spPr>
          <a:xfrm>
            <a:off x="839788" y="1486335"/>
            <a:ext cx="10354982"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1549163921"/>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43" name="Google Shape;43;p6"/>
          <p:cNvSpPr txBox="1">
            <a:spLocks noGrp="1"/>
          </p:cNvSpPr>
          <p:nvPr>
            <p:ph type="body" idx="1"/>
          </p:nvPr>
        </p:nvSpPr>
        <p:spPr>
          <a:xfrm>
            <a:off x="838200" y="1825625"/>
            <a:ext cx="5181600" cy="3309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44" name="Google Shape;44;p6"/>
          <p:cNvSpPr txBox="1">
            <a:spLocks noGrp="1"/>
          </p:cNvSpPr>
          <p:nvPr>
            <p:ph type="body" idx="2"/>
          </p:nvPr>
        </p:nvSpPr>
        <p:spPr>
          <a:xfrm>
            <a:off x="6172200" y="1825625"/>
            <a:ext cx="5181600" cy="3309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45" name="Google Shape;45;p6"/>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6"/>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6"/>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8" name="Google Shape;48;p6"/>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49" name="Google Shape;49;p6"/>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50" name="Google Shape;50;p6"/>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441898320"/>
      </p:ext>
    </p:extLst>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53" name="Google Shape;53;p7"/>
          <p:cNvSpPr>
            <a:spLocks noGrp="1"/>
          </p:cNvSpPr>
          <p:nvPr>
            <p:ph type="pic" idx="2"/>
          </p:nvPr>
        </p:nvSpPr>
        <p:spPr>
          <a:xfrm>
            <a:off x="5183200" y="987425"/>
            <a:ext cx="6172200" cy="3204300"/>
          </a:xfrm>
          <a:prstGeom prst="rect">
            <a:avLst/>
          </a:prstGeom>
          <a:noFill/>
          <a:ln>
            <a:noFill/>
          </a:ln>
        </p:spPr>
      </p:sp>
      <p:sp>
        <p:nvSpPr>
          <p:cNvPr id="54" name="Google Shape;54;p7"/>
          <p:cNvSpPr txBox="1">
            <a:spLocks noGrp="1"/>
          </p:cNvSpPr>
          <p:nvPr>
            <p:ph type="body" idx="1"/>
          </p:nvPr>
        </p:nvSpPr>
        <p:spPr>
          <a:xfrm>
            <a:off x="839800" y="2057400"/>
            <a:ext cx="3932100" cy="2344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s-ES"/>
              <a:t>Haga clic para modificar los estilos de texto del patrón</a:t>
            </a:r>
          </a:p>
        </p:txBody>
      </p:sp>
      <p:sp>
        <p:nvSpPr>
          <p:cNvPr id="55" name="Google Shape;55;p7"/>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7"/>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7"/>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58" name="Google Shape;58;p7"/>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59" name="Google Shape;59;p7"/>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60" name="Google Shape;60;p7"/>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708253235"/>
      </p:ext>
    </p:extLst>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ítulo y texto vertical" type="vertTx">
  <p:cSld name="Título y texto vertical">
    <p:spTree>
      <p:nvGrpSpPr>
        <p:cNvPr id="1" name="Shape 61"/>
        <p:cNvGrpSpPr/>
        <p:nvPr/>
      </p:nvGrpSpPr>
      <p:grpSpPr>
        <a:xfrm>
          <a:off x="0" y="0"/>
          <a:ext cx="0" cy="0"/>
          <a:chOff x="0" y="0"/>
          <a:chExt cx="0" cy="0"/>
        </a:xfrm>
      </p:grpSpPr>
      <p:sp>
        <p:nvSpPr>
          <p:cNvPr id="62" name="Google Shape;6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63" name="Google Shape;63;p8"/>
          <p:cNvSpPr txBox="1">
            <a:spLocks noGrp="1"/>
          </p:cNvSpPr>
          <p:nvPr>
            <p:ph type="body" idx="1"/>
          </p:nvPr>
        </p:nvSpPr>
        <p:spPr>
          <a:xfrm rot="5400000">
            <a:off x="4161556" y="-1497730"/>
            <a:ext cx="386888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64" name="Google Shape;64;p8"/>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8"/>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8"/>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7" name="Google Shape;67;p8"/>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68" name="Google Shape;68;p8"/>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69" name="Google Shape;69;p8"/>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544299090"/>
      </p:ext>
    </p:extLst>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Título vertical y texto">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rot="5400000">
            <a:off x="7363614" y="1726412"/>
            <a:ext cx="535147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72" name="Google Shape;72;p9"/>
          <p:cNvSpPr txBox="1">
            <a:spLocks noGrp="1"/>
          </p:cNvSpPr>
          <p:nvPr>
            <p:ph type="body" idx="1"/>
          </p:nvPr>
        </p:nvSpPr>
        <p:spPr>
          <a:xfrm rot="5400000">
            <a:off x="2029614" y="-826288"/>
            <a:ext cx="5351473"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73" name="Google Shape;73;p9"/>
          <p:cNvSpPr/>
          <p:nvPr/>
        </p:nvSpPr>
        <p:spPr>
          <a:xfrm>
            <a:off x="-44525" y="5717000"/>
            <a:ext cx="10127400" cy="939300"/>
          </a:xfrm>
          <a:prstGeom prst="rect">
            <a:avLst/>
          </a:prstGeom>
          <a:solidFill>
            <a:srgbClr val="0096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9"/>
          <p:cNvSpPr/>
          <p:nvPr/>
        </p:nvSpPr>
        <p:spPr>
          <a:xfrm>
            <a:off x="8761675" y="5717000"/>
            <a:ext cx="2258400" cy="939300"/>
          </a:xfrm>
          <a:prstGeom prst="rect">
            <a:avLst/>
          </a:prstGeom>
          <a:solidFill>
            <a:srgbClr val="00BF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9"/>
          <p:cNvSpPr/>
          <p:nvPr/>
        </p:nvSpPr>
        <p:spPr>
          <a:xfrm>
            <a:off x="11020286" y="5716955"/>
            <a:ext cx="939300" cy="939300"/>
          </a:xfrm>
          <a:prstGeom prst="ellipse">
            <a:avLst/>
          </a:prstGeom>
          <a:solidFill>
            <a:srgbClr val="0096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6" name="Google Shape;76;p9"/>
          <p:cNvPicPr preferRelativeResize="0"/>
          <p:nvPr/>
        </p:nvPicPr>
        <p:blipFill rotWithShape="1">
          <a:blip r:embed="rId2">
            <a:alphaModFix/>
          </a:blip>
          <a:srcRect/>
          <a:stretch/>
        </p:blipFill>
        <p:spPr>
          <a:xfrm>
            <a:off x="9192075" y="5955061"/>
            <a:ext cx="1397600" cy="463175"/>
          </a:xfrm>
          <a:prstGeom prst="rect">
            <a:avLst/>
          </a:prstGeom>
          <a:noFill/>
          <a:ln>
            <a:noFill/>
          </a:ln>
        </p:spPr>
      </p:pic>
      <p:sp>
        <p:nvSpPr>
          <p:cNvPr id="77" name="Google Shape;77;p9"/>
          <p:cNvSpPr txBox="1">
            <a:spLocks noGrp="1"/>
          </p:cNvSpPr>
          <p:nvPr>
            <p:ph type="sldNum" idx="12"/>
          </p:nvPr>
        </p:nvSpPr>
        <p:spPr>
          <a:xfrm>
            <a:off x="11194770" y="6004087"/>
            <a:ext cx="624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
        <p:nvSpPr>
          <p:cNvPr id="78" name="Google Shape;78;p9"/>
          <p:cNvSpPr/>
          <p:nvPr/>
        </p:nvSpPr>
        <p:spPr>
          <a:xfrm>
            <a:off x="237434" y="6013093"/>
            <a:ext cx="5680800" cy="34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17138600"/>
      </p:ext>
    </p:extLst>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ítulo y objetos 1" type="obj">
  <p:cSld name="Título y objetos 1">
    <p:spTree>
      <p:nvGrpSpPr>
        <p:cNvPr id="1" name="Shape 79"/>
        <p:cNvGrpSpPr/>
        <p:nvPr/>
      </p:nvGrpSpPr>
      <p:grpSpPr>
        <a:xfrm>
          <a:off x="0" y="0"/>
          <a:ext cx="0" cy="0"/>
          <a:chOff x="0" y="0"/>
          <a:chExt cx="0" cy="0"/>
        </a:xfrm>
      </p:grpSpPr>
      <p:sp>
        <p:nvSpPr>
          <p:cNvPr id="80" name="Google Shape;80;p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ES"/>
              <a:t>Haga clic para modificar el estilo de título del patrón</a:t>
            </a:r>
            <a:endParaRPr/>
          </a:p>
        </p:txBody>
      </p:sp>
      <p:sp>
        <p:nvSpPr>
          <p:cNvPr id="81" name="Google Shape;81;p1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82" name="Google Shape;82;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fld id="{0C8C20A4-1372-4EF1-AE37-02318244F0B2}" type="datetime6">
              <a:rPr lang="es-PE" smtClean="0"/>
              <a:t>Abril de 2026</a:t>
            </a:fld>
            <a:endParaRPr lang="es-PE" dirty="0"/>
          </a:p>
        </p:txBody>
      </p:sp>
      <p:sp>
        <p:nvSpPr>
          <p:cNvPr id="83" name="Google Shape;83;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r>
              <a:rPr lang="en-US"/>
              <a:t>Nombre de Curso</a:t>
            </a:r>
            <a:endParaRPr lang="es-PE" dirty="0"/>
          </a:p>
        </p:txBody>
      </p:sp>
      <p:sp>
        <p:nvSpPr>
          <p:cNvPr id="84" name="Google Shape;84;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4012531669"/>
      </p:ext>
    </p:extLst>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85"/>
        <p:cNvGrpSpPr/>
        <p:nvPr/>
      </p:nvGrpSpPr>
      <p:grpSpPr>
        <a:xfrm>
          <a:off x="0" y="0"/>
          <a:ext cx="0" cy="0"/>
          <a:chOff x="0" y="0"/>
          <a:chExt cx="0" cy="0"/>
        </a:xfrm>
      </p:grpSpPr>
      <p:sp>
        <p:nvSpPr>
          <p:cNvPr id="86" name="Google Shape;86;p11"/>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ES"/>
              <a:t>Haga clic para modificar el estilo de título del patrón</a:t>
            </a:r>
            <a:endParaRPr/>
          </a:p>
        </p:txBody>
      </p:sp>
      <p:sp>
        <p:nvSpPr>
          <p:cNvPr id="87" name="Google Shape;87;p11"/>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s-ES"/>
              <a:t>Haga clic para modificar los estilos de texto del patrón</a:t>
            </a:r>
          </a:p>
        </p:txBody>
      </p:sp>
      <p:sp>
        <p:nvSpPr>
          <p:cNvPr id="88" name="Google Shape;88;p11"/>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89" name="Google Shape;89;p11"/>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s-ES"/>
              <a:t>Haga clic para modificar los estilos de texto del patrón</a:t>
            </a:r>
          </a:p>
        </p:txBody>
      </p:sp>
      <p:sp>
        <p:nvSpPr>
          <p:cNvPr id="90" name="Google Shape;90;p11"/>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s-ES"/>
              <a:t>Haga clic para modificar los estilos de texto del patrón</a:t>
            </a:r>
          </a:p>
        </p:txBody>
      </p:sp>
      <p:sp>
        <p:nvSpPr>
          <p:cNvPr id="91" name="Google Shape;91;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fld id="{0C8C20A4-1372-4EF1-AE37-02318244F0B2}" type="datetime6">
              <a:rPr lang="es-PE" smtClean="0"/>
              <a:t>Abril de 2026</a:t>
            </a:fld>
            <a:endParaRPr lang="es-PE" dirty="0"/>
          </a:p>
        </p:txBody>
      </p:sp>
      <p:sp>
        <p:nvSpPr>
          <p:cNvPr id="92" name="Google Shape;92;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r>
              <a:rPr lang="en-US"/>
              <a:t>Nombre de Curso</a:t>
            </a:r>
            <a:endParaRPr lang="es-PE" dirty="0"/>
          </a:p>
        </p:txBody>
      </p:sp>
      <p:sp>
        <p:nvSpPr>
          <p:cNvPr id="93" name="Google Shape;93;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2477519959"/>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Título y objetos">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0A10338-E359-4104-958A-07CBECCBFF27}"/>
              </a:ext>
            </a:extLst>
          </p:cNvPr>
          <p:cNvSpPr>
            <a:spLocks noGrp="1"/>
          </p:cNvSpPr>
          <p:nvPr>
            <p:ph type="dt" sz="half" idx="10"/>
          </p:nvPr>
        </p:nvSpPr>
        <p:spPr>
          <a:xfrm>
            <a:off x="9979024" y="326687"/>
            <a:ext cx="1495425" cy="365125"/>
          </a:xfrm>
        </p:spPr>
        <p:txBody>
          <a:bodyPr/>
          <a:lstStyle/>
          <a:p>
            <a:fld id="{CFF21E75-C2F6-4021-B002-DFF0EB1C555C}" type="datetime6">
              <a:rPr lang="es-PE" smtClean="0"/>
              <a:t>Abril de 2026</a:t>
            </a:fld>
            <a:endParaRPr lang="es-PE" dirty="0"/>
          </a:p>
        </p:txBody>
      </p:sp>
      <p:sp>
        <p:nvSpPr>
          <p:cNvPr id="5" name="Marcador de pie de página 4">
            <a:extLst>
              <a:ext uri="{FF2B5EF4-FFF2-40B4-BE49-F238E27FC236}">
                <a16:creationId xmlns:a16="http://schemas.microsoft.com/office/drawing/2014/main" id="{0478FF56-2834-4191-AFE2-248F69DA305C}"/>
              </a:ext>
            </a:extLst>
          </p:cNvPr>
          <p:cNvSpPr>
            <a:spLocks noGrp="1"/>
          </p:cNvSpPr>
          <p:nvPr>
            <p:ph type="ftr" sz="quarter" idx="11"/>
          </p:nvPr>
        </p:nvSpPr>
        <p:spPr>
          <a:xfrm>
            <a:off x="4622993" y="326688"/>
            <a:ext cx="4114800" cy="365125"/>
          </a:xfrm>
        </p:spPr>
        <p:txBody>
          <a:body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CE9CFF7E-0186-9C3C-3611-452A2DDD126E}"/>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grpSp>
        <p:nvGrpSpPr>
          <p:cNvPr id="8" name="Grupo 7">
            <a:extLst>
              <a:ext uri="{FF2B5EF4-FFF2-40B4-BE49-F238E27FC236}">
                <a16:creationId xmlns:a16="http://schemas.microsoft.com/office/drawing/2014/main" id="{678D8027-D79A-9215-CD71-ED709E6E6D29}"/>
              </a:ext>
            </a:extLst>
          </p:cNvPr>
          <p:cNvGrpSpPr/>
          <p:nvPr userDrawn="1"/>
        </p:nvGrpSpPr>
        <p:grpSpPr>
          <a:xfrm>
            <a:off x="2054677" y="1061023"/>
            <a:ext cx="8380368" cy="826560"/>
            <a:chOff x="525780" y="30308"/>
            <a:chExt cx="7360920" cy="826560"/>
          </a:xfrm>
        </p:grpSpPr>
        <p:sp>
          <p:nvSpPr>
            <p:cNvPr id="9" name="Rectángulo redondeado 10">
              <a:extLst>
                <a:ext uri="{FF2B5EF4-FFF2-40B4-BE49-F238E27FC236}">
                  <a16:creationId xmlns:a16="http://schemas.microsoft.com/office/drawing/2014/main" id="{5606DA9B-0E94-3A3B-E636-525E5B21DFA1}"/>
                </a:ext>
              </a:extLst>
            </p:cNvPr>
            <p:cNvSpPr/>
            <p:nvPr/>
          </p:nvSpPr>
          <p:spPr>
            <a:xfrm>
              <a:off x="525780" y="30308"/>
              <a:ext cx="7360920" cy="82656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10" name="CuadroTexto 11">
              <a:extLst>
                <a:ext uri="{FF2B5EF4-FFF2-40B4-BE49-F238E27FC236}">
                  <a16:creationId xmlns:a16="http://schemas.microsoft.com/office/drawing/2014/main" id="{F6B0EDBA-571B-DA14-0704-7AAC68D5B3D2}"/>
                </a:ext>
              </a:extLst>
            </p:cNvPr>
            <p:cNvSpPr txBox="1"/>
            <p:nvPr/>
          </p:nvSpPr>
          <p:spPr>
            <a:xfrm>
              <a:off x="566129" y="70657"/>
              <a:ext cx="7280222" cy="7458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endParaRPr lang="es-PE" sz="2800" kern="1200"/>
            </a:p>
          </p:txBody>
        </p:sp>
      </p:gr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2266949" y="1167430"/>
            <a:ext cx="7962901" cy="600075"/>
          </a:xfrm>
        </p:spPr>
        <p:txBody>
          <a:bodyPr>
            <a:noAutofit/>
          </a:bodyPr>
          <a:lstStyle>
            <a:lvl1pPr>
              <a:defRPr sz="2800">
                <a:solidFill>
                  <a:schemeClr val="bg1"/>
                </a:solidFill>
                <a:latin typeface="+mj-lt"/>
                <a:cs typeface="Arial" panose="020B0604020202020204" pitchFamily="34" charset="0"/>
              </a:defRPr>
            </a:lvl1pPr>
          </a:lstStyle>
          <a:p>
            <a:r>
              <a:rPr lang="en-US" dirty="0"/>
              <a:t>Temas o </a:t>
            </a:r>
            <a:r>
              <a:rPr lang="en-US" dirty="0" err="1"/>
              <a:t>Subtemas</a:t>
            </a:r>
            <a:endParaRPr lang="es-PE" dirty="0"/>
          </a:p>
        </p:txBody>
      </p:sp>
      <p:sp>
        <p:nvSpPr>
          <p:cNvPr id="11" name="Marcador de contenido 2">
            <a:extLst>
              <a:ext uri="{FF2B5EF4-FFF2-40B4-BE49-F238E27FC236}">
                <a16:creationId xmlns:a16="http://schemas.microsoft.com/office/drawing/2014/main" id="{3BC47F6C-D2DF-A0B0-4948-6B5D78DBA175}"/>
              </a:ext>
            </a:extLst>
          </p:cNvPr>
          <p:cNvSpPr>
            <a:spLocks noGrp="1"/>
          </p:cNvSpPr>
          <p:nvPr>
            <p:ph idx="1"/>
          </p:nvPr>
        </p:nvSpPr>
        <p:spPr>
          <a:xfrm>
            <a:off x="838200" y="2024743"/>
            <a:ext cx="9716589" cy="3843645"/>
          </a:xfrm>
        </p:spPr>
        <p:txBody>
          <a:bodyPr/>
          <a:lstStyle>
            <a:lvl1pPr>
              <a:defRPr sz="2400"/>
            </a:lvl1pPr>
            <a:lvl2pPr>
              <a:defRPr sz="2200"/>
            </a:lvl2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dirty="0"/>
          </a:p>
        </p:txBody>
      </p:sp>
    </p:spTree>
    <p:extLst>
      <p:ext uri="{BB962C8B-B14F-4D97-AF65-F5344CB8AC3E}">
        <p14:creationId xmlns:p14="http://schemas.microsoft.com/office/powerpoint/2010/main" val="34849178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722D55-BD67-C2D0-8DB9-2255495858E9}"/>
              </a:ext>
            </a:extLst>
          </p:cNvPr>
          <p:cNvSpPr/>
          <p:nvPr userDrawn="1"/>
        </p:nvSpPr>
        <p:spPr>
          <a:xfrm>
            <a:off x="-1" y="1888177"/>
            <a:ext cx="8737793" cy="2244436"/>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Título 1">
            <a:extLst>
              <a:ext uri="{FF2B5EF4-FFF2-40B4-BE49-F238E27FC236}">
                <a16:creationId xmlns:a16="http://schemas.microsoft.com/office/drawing/2014/main" id="{94607FC2-94B4-4F66-9C36-9A4A2A84EFE0}"/>
              </a:ext>
            </a:extLst>
          </p:cNvPr>
          <p:cNvSpPr>
            <a:spLocks noGrp="1"/>
          </p:cNvSpPr>
          <p:nvPr>
            <p:ph type="title" hasCustomPrompt="1"/>
          </p:nvPr>
        </p:nvSpPr>
        <p:spPr>
          <a:xfrm>
            <a:off x="323849" y="2162175"/>
            <a:ext cx="8067675" cy="1695450"/>
          </a:xfrm>
        </p:spPr>
        <p:txBody>
          <a:bodyPr>
            <a:noAutofit/>
          </a:bodyPr>
          <a:lstStyle>
            <a:lvl1pPr>
              <a:defRPr sz="6000">
                <a:solidFill>
                  <a:schemeClr val="bg1"/>
                </a:solidFill>
                <a:latin typeface="+mj-lt"/>
                <a:cs typeface="Arial" panose="020B0604020202020204" pitchFamily="34" charset="0"/>
              </a:defRPr>
            </a:lvl1pPr>
          </a:lstStyle>
          <a:p>
            <a:r>
              <a:rPr lang="es-ES" dirty="0"/>
              <a:t>Nueva Sección</a:t>
            </a:r>
            <a:endParaRPr lang="es-PE" dirty="0"/>
          </a:p>
        </p:txBody>
      </p:sp>
    </p:spTree>
    <p:extLst>
      <p:ext uri="{BB962C8B-B14F-4D97-AF65-F5344CB8AC3E}">
        <p14:creationId xmlns:p14="http://schemas.microsoft.com/office/powerpoint/2010/main" val="26461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2.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10" Type="http://schemas.openxmlformats.org/officeDocument/2006/relationships/image" Target="../media/image2.png"/><Relationship Id="rId4" Type="http://schemas.openxmlformats.org/officeDocument/2006/relationships/slideLayout" Target="../slideLayouts/slideLayout24.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AE6F4FD-2238-AD4E-867E-E58E2DFA1692}"/>
              </a:ext>
            </a:extLst>
          </p:cNvPr>
          <p:cNvSpPr>
            <a:spLocks noGrp="1"/>
          </p:cNvSpPr>
          <p:nvPr>
            <p:ph type="title"/>
          </p:nvPr>
        </p:nvSpPr>
        <p:spPr>
          <a:xfrm>
            <a:off x="838200" y="1065212"/>
            <a:ext cx="9716589"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3" name="Marcador de texto 2">
            <a:extLst>
              <a:ext uri="{FF2B5EF4-FFF2-40B4-BE49-F238E27FC236}">
                <a16:creationId xmlns:a16="http://schemas.microsoft.com/office/drawing/2014/main" id="{C60C6D7E-5BBC-B741-BB4C-3A3ED127A9AB}"/>
              </a:ext>
            </a:extLst>
          </p:cNvPr>
          <p:cNvSpPr>
            <a:spLocks noGrp="1"/>
          </p:cNvSpPr>
          <p:nvPr>
            <p:ph type="body" idx="1"/>
          </p:nvPr>
        </p:nvSpPr>
        <p:spPr>
          <a:xfrm>
            <a:off x="838200" y="2024743"/>
            <a:ext cx="9716589" cy="3843645"/>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861EBB91-5D92-434A-AE73-A48940F0627F}"/>
              </a:ext>
            </a:extLst>
          </p:cNvPr>
          <p:cNvSpPr>
            <a:spLocks noGrp="1"/>
          </p:cNvSpPr>
          <p:nvPr>
            <p:ph type="dt" sz="half" idx="2"/>
          </p:nvPr>
        </p:nvSpPr>
        <p:spPr>
          <a:xfrm>
            <a:off x="9982200" y="322262"/>
            <a:ext cx="1638300" cy="365125"/>
          </a:xfrm>
          <a:prstGeom prst="rect">
            <a:avLst/>
          </a:prstGeom>
        </p:spPr>
        <p:txBody>
          <a:bodyPr vert="horz" lIns="91440" tIns="45720" rIns="91440" bIns="45720" rtlCol="0" anchor="ctr"/>
          <a:lstStyle>
            <a:lvl1pPr algn="l">
              <a:defRPr sz="1400">
                <a:solidFill>
                  <a:schemeClr val="tx1"/>
                </a:solidFill>
              </a:defRPr>
            </a:lvl1pPr>
          </a:lstStyle>
          <a:p>
            <a:fld id="{616E3388-8A49-4C51-A106-E2F4CF3977CF}" type="datetime6">
              <a:rPr lang="es-PE" smtClean="0"/>
              <a:t>Abril de 2026</a:t>
            </a:fld>
            <a:endParaRPr lang="es-PE" dirty="0"/>
          </a:p>
        </p:txBody>
      </p:sp>
      <p:sp>
        <p:nvSpPr>
          <p:cNvPr id="5" name="Marcador de pie de página 4">
            <a:extLst>
              <a:ext uri="{FF2B5EF4-FFF2-40B4-BE49-F238E27FC236}">
                <a16:creationId xmlns:a16="http://schemas.microsoft.com/office/drawing/2014/main" id="{E7B46DE3-1218-D14C-BF4E-2E2BD84DBE32}"/>
              </a:ext>
            </a:extLst>
          </p:cNvPr>
          <p:cNvSpPr>
            <a:spLocks noGrp="1"/>
          </p:cNvSpPr>
          <p:nvPr>
            <p:ph type="ftr" sz="quarter" idx="3"/>
          </p:nvPr>
        </p:nvSpPr>
        <p:spPr>
          <a:xfrm>
            <a:off x="4626428" y="322262"/>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74F71EA6-14AA-5205-13FE-35911ED08C35}"/>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217102642"/>
      </p:ext>
    </p:extLst>
  </p:cSld>
  <p:clrMap bg1="lt1" tx1="dk1" bg2="lt2" tx2="dk2" accent1="accent1" accent2="accent2" accent3="accent3" accent4="accent4" accent5="accent5" accent6="accent6" hlink="hlink" folHlink="folHlink"/>
  <p:sldLayoutIdLst>
    <p:sldLayoutId id="2147483651" r:id="rId1"/>
    <p:sldLayoutId id="2147483654" r:id="rId2"/>
    <p:sldLayoutId id="2147483674" r:id="rId3"/>
    <p:sldLayoutId id="2147483650" r:id="rId4"/>
    <p:sldLayoutId id="2147483652" r:id="rId5"/>
    <p:sldLayoutId id="2147483653" r:id="rId6"/>
    <p:sldLayoutId id="2147483656" r:id="rId7"/>
    <p:sldLayoutId id="2147483657" r:id="rId8"/>
    <p:sldLayoutId id="2147483658" r:id="rId9"/>
    <p:sldLayoutId id="2147483659" r:id="rId10"/>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61EBB91-5D92-434A-AE73-A48940F0627F}"/>
              </a:ext>
            </a:extLst>
          </p:cNvPr>
          <p:cNvSpPr>
            <a:spLocks noGrp="1"/>
          </p:cNvSpPr>
          <p:nvPr>
            <p:ph type="dt" sz="half" idx="2"/>
          </p:nvPr>
        </p:nvSpPr>
        <p:spPr>
          <a:xfrm>
            <a:off x="9982200" y="324230"/>
            <a:ext cx="1619250" cy="365125"/>
          </a:xfrm>
          <a:prstGeom prst="rect">
            <a:avLst/>
          </a:prstGeom>
        </p:spPr>
        <p:txBody>
          <a:bodyPr vert="horz" lIns="91440" tIns="45720" rIns="91440" bIns="45720" rtlCol="0" anchor="ctr"/>
          <a:lstStyle>
            <a:lvl1pPr algn="l">
              <a:defRPr sz="1400">
                <a:solidFill>
                  <a:schemeClr val="tx1"/>
                </a:solidFill>
              </a:defRPr>
            </a:lvl1pPr>
          </a:lstStyle>
          <a:p>
            <a:fld id="{0C9694A8-123C-4838-A10C-DF4D75E09A89}" type="datetime6">
              <a:rPr lang="es-PE" smtClean="0"/>
              <a:t>Abril de 2026</a:t>
            </a:fld>
            <a:endParaRPr lang="es-PE" dirty="0"/>
          </a:p>
        </p:txBody>
      </p:sp>
      <p:sp>
        <p:nvSpPr>
          <p:cNvPr id="5" name="Marcador de pie de página 4">
            <a:extLst>
              <a:ext uri="{FF2B5EF4-FFF2-40B4-BE49-F238E27FC236}">
                <a16:creationId xmlns:a16="http://schemas.microsoft.com/office/drawing/2014/main" id="{E7B46DE3-1218-D14C-BF4E-2E2BD84DBE32}"/>
              </a:ext>
            </a:extLst>
          </p:cNvPr>
          <p:cNvSpPr>
            <a:spLocks noGrp="1"/>
          </p:cNvSpPr>
          <p:nvPr>
            <p:ph type="ftr" sz="quarter" idx="3"/>
          </p:nvPr>
        </p:nvSpPr>
        <p:spPr>
          <a:xfrm>
            <a:off x="4623680" y="323311"/>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10" name="Marcador de título 1">
            <a:extLst>
              <a:ext uri="{FF2B5EF4-FFF2-40B4-BE49-F238E27FC236}">
                <a16:creationId xmlns:a16="http://schemas.microsoft.com/office/drawing/2014/main" id="{144F2274-D960-4C0B-9748-88EE3F0DBEDD}"/>
              </a:ext>
            </a:extLst>
          </p:cNvPr>
          <p:cNvSpPr>
            <a:spLocks noGrp="1"/>
          </p:cNvSpPr>
          <p:nvPr>
            <p:ph type="title"/>
          </p:nvPr>
        </p:nvSpPr>
        <p:spPr>
          <a:xfrm>
            <a:off x="838199" y="1182069"/>
            <a:ext cx="10343606" cy="685211"/>
          </a:xfrm>
          <a:prstGeom prst="rect">
            <a:avLst/>
          </a:prstGeom>
        </p:spPr>
        <p:txBody>
          <a:bodyPr vert="horz" lIns="91440" tIns="45720" rIns="91440" bIns="45720" rtlCol="0" anchor="ctr">
            <a:noAutofit/>
          </a:bodyPr>
          <a:lstStyle/>
          <a:p>
            <a:r>
              <a:rPr lang="es-ES" dirty="0"/>
              <a:t>Haga clic para modificar el estilo de título del patrón</a:t>
            </a:r>
            <a:endParaRPr lang="es-PE" dirty="0"/>
          </a:p>
        </p:txBody>
      </p:sp>
      <p:sp>
        <p:nvSpPr>
          <p:cNvPr id="11" name="Marcador de texto 2">
            <a:extLst>
              <a:ext uri="{FF2B5EF4-FFF2-40B4-BE49-F238E27FC236}">
                <a16:creationId xmlns:a16="http://schemas.microsoft.com/office/drawing/2014/main" id="{9D6FEB95-3036-417E-9C50-CD57ED01FA94}"/>
              </a:ext>
            </a:extLst>
          </p:cNvPr>
          <p:cNvSpPr>
            <a:spLocks noGrp="1"/>
          </p:cNvSpPr>
          <p:nvPr>
            <p:ph type="body" idx="1"/>
          </p:nvPr>
        </p:nvSpPr>
        <p:spPr>
          <a:xfrm>
            <a:off x="838200" y="2024744"/>
            <a:ext cx="10343606" cy="3291840"/>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7" name="Marcador de número de diapositiva 5">
            <a:extLst>
              <a:ext uri="{FF2B5EF4-FFF2-40B4-BE49-F238E27FC236}">
                <a16:creationId xmlns:a16="http://schemas.microsoft.com/office/drawing/2014/main" id="{1DCF4E30-8222-0A8A-8EB6-ACF70BC0FF3B}"/>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77794971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75" r:id="rId3"/>
    <p:sldLayoutId id="2147483667" r:id="rId4"/>
    <p:sldLayoutId id="2147483668" r:id="rId5"/>
    <p:sldLayoutId id="2147483669" r:id="rId6"/>
    <p:sldLayoutId id="2147483670" r:id="rId7"/>
    <p:sldLayoutId id="2147483671" r:id="rId8"/>
    <p:sldLayoutId id="2147483672" r:id="rId9"/>
    <p:sldLayoutId id="2147483673" r:id="rId10"/>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3B067A9-18EE-41F0-B696-9386E1AF8AC5}"/>
              </a:ext>
            </a:extLst>
          </p:cNvPr>
          <p:cNvSpPr>
            <a:spLocks noGrp="1"/>
          </p:cNvSpPr>
          <p:nvPr>
            <p:ph type="title"/>
          </p:nvPr>
        </p:nvSpPr>
        <p:spPr>
          <a:xfrm>
            <a:off x="838200" y="1045029"/>
            <a:ext cx="10515600" cy="645659"/>
          </a:xfrm>
          <a:prstGeom prst="rect">
            <a:avLst/>
          </a:prstGeom>
        </p:spPr>
        <p:txBody>
          <a:bodyPr vert="horz" lIns="91440" tIns="45720" rIns="91440" bIns="45720" rtlCol="0" anchor="ctr">
            <a:normAutofit/>
          </a:bodyPr>
          <a:lstStyle/>
          <a:p>
            <a:r>
              <a:rPr lang="es-ES" dirty="0"/>
              <a:t>Haga clic para modificar el estilo de título del patrón</a:t>
            </a:r>
            <a:endParaRPr lang="es-PE" dirty="0"/>
          </a:p>
        </p:txBody>
      </p:sp>
      <p:sp>
        <p:nvSpPr>
          <p:cNvPr id="3" name="Marcador de texto 2">
            <a:extLst>
              <a:ext uri="{FF2B5EF4-FFF2-40B4-BE49-F238E27FC236}">
                <a16:creationId xmlns:a16="http://schemas.microsoft.com/office/drawing/2014/main" id="{E067C12A-CBBE-4AB2-8C8A-B75DDE302D12}"/>
              </a:ext>
            </a:extLst>
          </p:cNvPr>
          <p:cNvSpPr>
            <a:spLocks noGrp="1"/>
          </p:cNvSpPr>
          <p:nvPr>
            <p:ph type="body" idx="1"/>
          </p:nvPr>
        </p:nvSpPr>
        <p:spPr>
          <a:xfrm>
            <a:off x="838200" y="1986189"/>
            <a:ext cx="10515600" cy="3291206"/>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66C6ED39-B0EA-42B3-A3C3-7CA769E5EA7C}"/>
              </a:ext>
            </a:extLst>
          </p:cNvPr>
          <p:cNvSpPr>
            <a:spLocks noGrp="1"/>
          </p:cNvSpPr>
          <p:nvPr>
            <p:ph type="dt" sz="half" idx="2"/>
          </p:nvPr>
        </p:nvSpPr>
        <p:spPr>
          <a:xfrm>
            <a:off x="9982200" y="314064"/>
            <a:ext cx="1524000" cy="382973"/>
          </a:xfrm>
          <a:prstGeom prst="rect">
            <a:avLst/>
          </a:prstGeom>
        </p:spPr>
        <p:txBody>
          <a:bodyPr vert="horz" lIns="91440" tIns="45720" rIns="91440" bIns="45720" rtlCol="0" anchor="ctr"/>
          <a:lstStyle>
            <a:lvl1pPr algn="l">
              <a:defRPr sz="1400">
                <a:solidFill>
                  <a:schemeClr val="tx1"/>
                </a:solidFill>
              </a:defRPr>
            </a:lvl1pPr>
          </a:lstStyle>
          <a:p>
            <a:fld id="{0C8C20A4-1372-4EF1-AE37-02318244F0B2}" type="datetime6">
              <a:rPr lang="es-PE" smtClean="0"/>
              <a:t>Abril de 2026</a:t>
            </a:fld>
            <a:endParaRPr lang="es-PE" dirty="0"/>
          </a:p>
        </p:txBody>
      </p:sp>
      <p:sp>
        <p:nvSpPr>
          <p:cNvPr id="5" name="Marcador de pie de página 4">
            <a:extLst>
              <a:ext uri="{FF2B5EF4-FFF2-40B4-BE49-F238E27FC236}">
                <a16:creationId xmlns:a16="http://schemas.microsoft.com/office/drawing/2014/main" id="{16E1549C-7307-410E-AA79-42C4BDD3FDAE}"/>
              </a:ext>
            </a:extLst>
          </p:cNvPr>
          <p:cNvSpPr>
            <a:spLocks noGrp="1"/>
          </p:cNvSpPr>
          <p:nvPr>
            <p:ph type="ftr" sz="quarter" idx="3"/>
          </p:nvPr>
        </p:nvSpPr>
        <p:spPr>
          <a:xfrm>
            <a:off x="4622993" y="322989"/>
            <a:ext cx="4114800" cy="365125"/>
          </a:xfrm>
          <a:prstGeom prst="rect">
            <a:avLst/>
          </a:prstGeom>
        </p:spPr>
        <p:txBody>
          <a:bodyPr vert="horz" lIns="91440" tIns="45720" rIns="91440" bIns="45720" rtlCol="0" anchor="ctr"/>
          <a:lstStyle>
            <a:lvl1pPr algn="l">
              <a:defRPr sz="1400">
                <a:solidFill>
                  <a:schemeClr val="tx1"/>
                </a:solidFill>
              </a:defRPr>
            </a:lvl1pPr>
          </a:lstStyle>
          <a:p>
            <a:r>
              <a:rPr lang="en-US" dirty="0" err="1"/>
              <a:t>Nombre</a:t>
            </a:r>
            <a:r>
              <a:rPr lang="en-US" dirty="0"/>
              <a:t> de </a:t>
            </a:r>
            <a:r>
              <a:rPr lang="en-US" dirty="0" err="1"/>
              <a:t>Curso</a:t>
            </a:r>
            <a:endParaRPr lang="es-PE" dirty="0"/>
          </a:p>
        </p:txBody>
      </p:sp>
      <p:sp>
        <p:nvSpPr>
          <p:cNvPr id="7" name="Marcador de número de diapositiva 5">
            <a:extLst>
              <a:ext uri="{FF2B5EF4-FFF2-40B4-BE49-F238E27FC236}">
                <a16:creationId xmlns:a16="http://schemas.microsoft.com/office/drawing/2014/main" id="{63B87C3E-7B33-EE8E-E722-04A7DDD4F5AC}"/>
              </a:ext>
            </a:extLst>
          </p:cNvPr>
          <p:cNvSpPr>
            <a:spLocks noGrp="1"/>
          </p:cNvSpPr>
          <p:nvPr>
            <p:ph type="sldNum" sz="quarter" idx="4"/>
          </p:nvPr>
        </p:nvSpPr>
        <p:spPr>
          <a:xfrm>
            <a:off x="11438994" y="6139498"/>
            <a:ext cx="459635" cy="365125"/>
          </a:xfrm>
          <a:prstGeom prst="rect">
            <a:avLst/>
          </a:prstGeom>
        </p:spPr>
        <p:txBody>
          <a:bodyPr vert="horz" lIns="91440" tIns="45720" rIns="91440" bIns="45720" rtlCol="0" anchor="ctr"/>
          <a:lstStyle>
            <a:lvl1pPr algn="ctr">
              <a:defRPr sz="1200">
                <a:solidFill>
                  <a:schemeClr val="bg1"/>
                </a:solidFill>
              </a:defRPr>
            </a:lvl1pPr>
          </a:lstStyle>
          <a:p>
            <a:fld id="{52A29C8B-5F70-8945-A2A6-FBD7A17156DB}" type="slidenum">
              <a:rPr lang="es-PE" smtClean="0"/>
              <a:pPr/>
              <a:t>‹Nº›</a:t>
            </a:fld>
            <a:endParaRPr lang="es-PE"/>
          </a:p>
        </p:txBody>
      </p:sp>
    </p:spTree>
    <p:extLst>
      <p:ext uri="{BB962C8B-B14F-4D97-AF65-F5344CB8AC3E}">
        <p14:creationId xmlns:p14="http://schemas.microsoft.com/office/powerpoint/2010/main" val="229172523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77" r:id="rId4"/>
    <p:sldLayoutId id="2147483676" r:id="rId5"/>
    <p:sldLayoutId id="2147483678" r:id="rId6"/>
    <p:sldLayoutId id="2147483661" r:id="rId7"/>
    <p:sldLayoutId id="2147483679" r:id="rId8"/>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Tx/>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SzPct val="90000"/>
        <a:buFontTx/>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SzPct val="70000"/>
        <a:buFontTx/>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SzPct val="70000"/>
        <a:buFontTx/>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SzPct val="50000"/>
        <a:buFontTx/>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2"/>
              </a:buClr>
              <a:buSzPts val="4400"/>
              <a:buFont typeface="Arial"/>
              <a:buNone/>
              <a:defRPr sz="4400" b="1"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11" name="Google Shape;11;p1"/>
          <p:cNvSpPr txBox="1">
            <a:spLocks noGrp="1"/>
          </p:cNvSpPr>
          <p:nvPr>
            <p:ph type="body" idx="1"/>
          </p:nvPr>
        </p:nvSpPr>
        <p:spPr>
          <a:xfrm>
            <a:off x="838200" y="1825626"/>
            <a:ext cx="10515600" cy="386888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12" name="Google Shape;12;p1"/>
          <p:cNvSpPr txBox="1">
            <a:spLocks noGrp="1"/>
          </p:cNvSpPr>
          <p:nvPr>
            <p:ph type="ftr" idx="11"/>
          </p:nvPr>
        </p:nvSpPr>
        <p:spPr>
          <a:xfrm>
            <a:off x="237435" y="6013034"/>
            <a:ext cx="6070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US"/>
              <a:t>Nombre de Curso</a:t>
            </a:r>
            <a:endParaRPr lang="es-PE" dirty="0"/>
          </a:p>
        </p:txBody>
      </p:sp>
      <p:sp>
        <p:nvSpPr>
          <p:cNvPr id="13" name="Google Shape;13;p1"/>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fld id="{52A29C8B-5F70-8945-A2A6-FBD7A17156DB}" type="slidenum">
              <a:rPr lang="es-PE" smtClean="0"/>
              <a:pPr/>
              <a:t>‹Nº›</a:t>
            </a:fld>
            <a:endParaRPr lang="es-PE"/>
          </a:p>
        </p:txBody>
      </p:sp>
    </p:spTree>
    <p:extLst>
      <p:ext uri="{BB962C8B-B14F-4D97-AF65-F5344CB8AC3E}">
        <p14:creationId xmlns:p14="http://schemas.microsoft.com/office/powerpoint/2010/main" val="3491502517"/>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1" r:id="rId10"/>
    <p:sldLayoutId id="2147483692" r:id="rId11"/>
  </p:sldLayoutIdLst>
  <p:hf hdr="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028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169831-04CA-ABD6-2D89-5854D793AC95}"/>
              </a:ext>
            </a:extLst>
          </p:cNvPr>
          <p:cNvSpPr>
            <a:spLocks noGrp="1"/>
          </p:cNvSpPr>
          <p:nvPr>
            <p:ph type="ctrTitle"/>
          </p:nvPr>
        </p:nvSpPr>
        <p:spPr/>
        <p:txBody>
          <a:bodyPr/>
          <a:lstStyle/>
          <a:p>
            <a:r>
              <a:rPr lang="es-ES" dirty="0"/>
              <a:t>Spring Data JPA</a:t>
            </a:r>
            <a:br>
              <a:rPr lang="es-ES" dirty="0"/>
            </a:br>
            <a:r>
              <a:rPr lang="es-ES" dirty="0"/>
              <a:t>DTO</a:t>
            </a:r>
            <a:endParaRPr lang="es-PE" dirty="0"/>
          </a:p>
        </p:txBody>
      </p:sp>
      <p:sp>
        <p:nvSpPr>
          <p:cNvPr id="3" name="Subtítulo 2">
            <a:extLst>
              <a:ext uri="{FF2B5EF4-FFF2-40B4-BE49-F238E27FC236}">
                <a16:creationId xmlns:a16="http://schemas.microsoft.com/office/drawing/2014/main" id="{CF8CB9F0-B89C-CA1F-2810-DA8A57BC8D1D}"/>
              </a:ext>
            </a:extLst>
          </p:cNvPr>
          <p:cNvSpPr>
            <a:spLocks noGrp="1"/>
          </p:cNvSpPr>
          <p:nvPr>
            <p:ph type="subTitle" idx="1"/>
          </p:nvPr>
        </p:nvSpPr>
        <p:spPr/>
        <p:txBody>
          <a:bodyPr/>
          <a:lstStyle/>
          <a:p>
            <a:r>
              <a:rPr lang="es-PE" dirty="0"/>
              <a:t>Gestión de Servicios TICS</a:t>
            </a:r>
          </a:p>
        </p:txBody>
      </p:sp>
    </p:spTree>
    <p:extLst>
      <p:ext uri="{BB962C8B-B14F-4D97-AF65-F5344CB8AC3E}">
        <p14:creationId xmlns:p14="http://schemas.microsoft.com/office/powerpoint/2010/main" val="2700754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BFE452-6BD8-98EC-F433-4A6196ABA980}"/>
              </a:ext>
            </a:extLst>
          </p:cNvPr>
          <p:cNvSpPr>
            <a:spLocks noGrp="1"/>
          </p:cNvSpPr>
          <p:nvPr>
            <p:ph type="title"/>
          </p:nvPr>
        </p:nvSpPr>
        <p:spPr/>
        <p:txBody>
          <a:bodyPr/>
          <a:lstStyle/>
          <a:p>
            <a:r>
              <a:rPr lang="es-ES" dirty="0" err="1"/>
              <a:t>DTOs</a:t>
            </a:r>
            <a:endParaRPr lang="es-PE" dirty="0"/>
          </a:p>
        </p:txBody>
      </p:sp>
      <p:sp>
        <p:nvSpPr>
          <p:cNvPr id="3" name="Marcador de número de diapositiva 2">
            <a:extLst>
              <a:ext uri="{FF2B5EF4-FFF2-40B4-BE49-F238E27FC236}">
                <a16:creationId xmlns:a16="http://schemas.microsoft.com/office/drawing/2014/main" id="{FC6E98D7-C2B2-564D-070B-FE7E5275294D}"/>
              </a:ext>
            </a:extLst>
          </p:cNvPr>
          <p:cNvSpPr>
            <a:spLocks noGrp="1"/>
          </p:cNvSpPr>
          <p:nvPr>
            <p:ph type="sldNum" idx="12"/>
          </p:nvPr>
        </p:nvSpPr>
        <p:spPr/>
        <p:txBody>
          <a:bodyPr/>
          <a:lstStyle/>
          <a:p>
            <a:fld id="{52A29C8B-5F70-8945-A2A6-FBD7A17156DB}" type="slidenum">
              <a:rPr lang="es-PE" smtClean="0"/>
              <a:pPr/>
              <a:t>3</a:t>
            </a:fld>
            <a:endParaRPr lang="es-PE"/>
          </a:p>
        </p:txBody>
      </p:sp>
      <p:sp>
        <p:nvSpPr>
          <p:cNvPr id="4" name="Marcador de contenido 3">
            <a:extLst>
              <a:ext uri="{FF2B5EF4-FFF2-40B4-BE49-F238E27FC236}">
                <a16:creationId xmlns:a16="http://schemas.microsoft.com/office/drawing/2014/main" id="{E719792B-694A-18DA-30DA-46DDEA81217D}"/>
              </a:ext>
            </a:extLst>
          </p:cNvPr>
          <p:cNvSpPr>
            <a:spLocks noGrp="1"/>
          </p:cNvSpPr>
          <p:nvPr>
            <p:ph idx="1"/>
          </p:nvPr>
        </p:nvSpPr>
        <p:spPr>
          <a:xfrm>
            <a:off x="839788" y="1486335"/>
            <a:ext cx="5647639" cy="3843645"/>
          </a:xfrm>
        </p:spPr>
        <p:txBody>
          <a:bodyPr>
            <a:normAutofit fontScale="92500" lnSpcReduction="10000"/>
          </a:bodyPr>
          <a:lstStyle/>
          <a:p>
            <a:pPr marL="0" lvl="0" indent="0">
              <a:spcBef>
                <a:spcPts val="0"/>
              </a:spcBef>
              <a:buNone/>
            </a:pPr>
            <a:r>
              <a:rPr lang="es-ES" dirty="0"/>
              <a:t>En algunos casos, podría tener que relacionar varias tablas y obtener solo algunos valores de esas tablas y sus relaciones.</a:t>
            </a:r>
          </a:p>
          <a:p>
            <a:pPr marL="0" lvl="0" indent="0">
              <a:spcBef>
                <a:spcPts val="1600"/>
              </a:spcBef>
              <a:buNone/>
            </a:pPr>
            <a:r>
              <a:rPr lang="es-ES" dirty="0"/>
              <a:t>Por ejemplo, si desea generar un reporte que muestre la cantidad de empleados por región, este resultado no podría ser mapeado por el ORM de Spring pues no calza ni con la entidad </a:t>
            </a:r>
            <a:r>
              <a:rPr lang="es-ES" dirty="0" err="1"/>
              <a:t>employees</a:t>
            </a:r>
            <a:r>
              <a:rPr lang="es-ES" dirty="0"/>
              <a:t> ni con región.</a:t>
            </a:r>
          </a:p>
          <a:p>
            <a:pPr marL="0" lvl="0" indent="0">
              <a:spcBef>
                <a:spcPts val="1600"/>
              </a:spcBef>
              <a:buNone/>
            </a:pPr>
            <a:r>
              <a:rPr lang="es-ES" dirty="0"/>
              <a:t>Para solucionar este problema, se usará </a:t>
            </a:r>
            <a:r>
              <a:rPr lang="es-ES" dirty="0" err="1"/>
              <a:t>DTOs</a:t>
            </a:r>
            <a:r>
              <a:rPr lang="es-ES" dirty="0"/>
              <a:t> en Spring Data JPA.</a:t>
            </a:r>
          </a:p>
          <a:p>
            <a:endParaRPr lang="es-PE" dirty="0"/>
          </a:p>
        </p:txBody>
      </p:sp>
      <p:pic>
        <p:nvPicPr>
          <p:cNvPr id="5" name="Google Shape;78;p14">
            <a:extLst>
              <a:ext uri="{FF2B5EF4-FFF2-40B4-BE49-F238E27FC236}">
                <a16:creationId xmlns:a16="http://schemas.microsoft.com/office/drawing/2014/main" id="{EF52780A-AA52-AC8F-9240-AE0E49B1C5A8}"/>
              </a:ext>
            </a:extLst>
          </p:cNvPr>
          <p:cNvPicPr preferRelativeResize="0"/>
          <p:nvPr/>
        </p:nvPicPr>
        <p:blipFill rotWithShape="1">
          <a:blip r:embed="rId2">
            <a:alphaModFix/>
          </a:blip>
          <a:srcRect l="50627" b="37162"/>
          <a:stretch/>
        </p:blipFill>
        <p:spPr>
          <a:xfrm>
            <a:off x="6903502" y="1035822"/>
            <a:ext cx="3701324" cy="4294158"/>
          </a:xfrm>
          <a:prstGeom prst="rect">
            <a:avLst/>
          </a:prstGeom>
          <a:noFill/>
          <a:ln>
            <a:noFill/>
          </a:ln>
        </p:spPr>
      </p:pic>
    </p:spTree>
    <p:extLst>
      <p:ext uri="{BB962C8B-B14F-4D97-AF65-F5344CB8AC3E}">
        <p14:creationId xmlns:p14="http://schemas.microsoft.com/office/powerpoint/2010/main" val="1177766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A9DFB-24CC-A493-BE2C-3E30338B39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28F738-9861-C16C-9EB9-D4ADFD08C7E9}"/>
              </a:ext>
            </a:extLst>
          </p:cNvPr>
          <p:cNvSpPr>
            <a:spLocks noGrp="1"/>
          </p:cNvSpPr>
          <p:nvPr>
            <p:ph type="title"/>
          </p:nvPr>
        </p:nvSpPr>
        <p:spPr/>
        <p:txBody>
          <a:bodyPr/>
          <a:lstStyle/>
          <a:p>
            <a:r>
              <a:rPr lang="es-ES" dirty="0"/>
              <a:t>Paso Previo – SQL necesario</a:t>
            </a:r>
            <a:endParaRPr lang="es-PE" dirty="0"/>
          </a:p>
        </p:txBody>
      </p:sp>
      <p:sp>
        <p:nvSpPr>
          <p:cNvPr id="3" name="Marcador de número de diapositiva 2">
            <a:extLst>
              <a:ext uri="{FF2B5EF4-FFF2-40B4-BE49-F238E27FC236}">
                <a16:creationId xmlns:a16="http://schemas.microsoft.com/office/drawing/2014/main" id="{4E5F8C25-1AAD-31F6-69D7-0BC7E8BA9AE4}"/>
              </a:ext>
            </a:extLst>
          </p:cNvPr>
          <p:cNvSpPr>
            <a:spLocks noGrp="1"/>
          </p:cNvSpPr>
          <p:nvPr>
            <p:ph type="sldNum" idx="12"/>
          </p:nvPr>
        </p:nvSpPr>
        <p:spPr/>
        <p:txBody>
          <a:bodyPr/>
          <a:lstStyle/>
          <a:p>
            <a:fld id="{52A29C8B-5F70-8945-A2A6-FBD7A17156DB}" type="slidenum">
              <a:rPr lang="es-PE" smtClean="0"/>
              <a:pPr/>
              <a:t>4</a:t>
            </a:fld>
            <a:endParaRPr lang="es-PE"/>
          </a:p>
        </p:txBody>
      </p:sp>
      <p:sp>
        <p:nvSpPr>
          <p:cNvPr id="4" name="Marcador de contenido 3">
            <a:extLst>
              <a:ext uri="{FF2B5EF4-FFF2-40B4-BE49-F238E27FC236}">
                <a16:creationId xmlns:a16="http://schemas.microsoft.com/office/drawing/2014/main" id="{2AEA15C1-1290-CB77-13FD-51AA3A460955}"/>
              </a:ext>
            </a:extLst>
          </p:cNvPr>
          <p:cNvSpPr>
            <a:spLocks noGrp="1"/>
          </p:cNvSpPr>
          <p:nvPr>
            <p:ph idx="1"/>
          </p:nvPr>
        </p:nvSpPr>
        <p:spPr/>
        <p:txBody>
          <a:bodyPr/>
          <a:lstStyle/>
          <a:p>
            <a:pPr marL="0" lvl="0" indent="0">
              <a:spcBef>
                <a:spcPts val="0"/>
              </a:spcBef>
              <a:buNone/>
            </a:pPr>
            <a:r>
              <a:rPr lang="es-ES" sz="2000" dirty="0"/>
              <a:t>Antes de empezar a programar, se debe probar la consulta que se necesita para verificar su funcionamiento, es decir, obtener la cantidad de empleados por región.</a:t>
            </a:r>
          </a:p>
          <a:p>
            <a:pPr marL="0" lvl="0" indent="0">
              <a:spcBef>
                <a:spcPts val="1600"/>
              </a:spcBef>
              <a:spcAft>
                <a:spcPts val="1600"/>
              </a:spcAft>
              <a:buNone/>
            </a:pPr>
            <a:r>
              <a:rPr lang="es-ES" sz="2000" dirty="0"/>
              <a:t>Ojo, solo hay 9 empleados en </a:t>
            </a:r>
            <a:r>
              <a:rPr lang="es-ES" sz="2000" dirty="0" err="1"/>
              <a:t>Northwind</a:t>
            </a:r>
            <a:r>
              <a:rPr lang="es-ES" sz="2000" dirty="0"/>
              <a:t>, pero cada empleado está en varias ubicaciones (</a:t>
            </a:r>
            <a:r>
              <a:rPr lang="es-ES" sz="2000" dirty="0" err="1"/>
              <a:t>territories</a:t>
            </a:r>
            <a:r>
              <a:rPr lang="es-ES" sz="2000" dirty="0"/>
              <a:t>), por este motivo asumimos que la cantidad de empleados es la presente en </a:t>
            </a:r>
            <a:r>
              <a:rPr lang="es-ES" sz="2000" dirty="0" err="1"/>
              <a:t>employeeterritories</a:t>
            </a:r>
            <a:r>
              <a:rPr lang="es-ES" sz="2000" dirty="0"/>
              <a:t>.</a:t>
            </a:r>
          </a:p>
          <a:p>
            <a:endParaRPr lang="es-PE" dirty="0"/>
          </a:p>
        </p:txBody>
      </p:sp>
      <p:pic>
        <p:nvPicPr>
          <p:cNvPr id="5" name="Google Shape;86;p15">
            <a:extLst>
              <a:ext uri="{FF2B5EF4-FFF2-40B4-BE49-F238E27FC236}">
                <a16:creationId xmlns:a16="http://schemas.microsoft.com/office/drawing/2014/main" id="{85353B61-D98A-F748-36AD-6B12507DD46E}"/>
              </a:ext>
            </a:extLst>
          </p:cNvPr>
          <p:cNvPicPr preferRelativeResize="0"/>
          <p:nvPr/>
        </p:nvPicPr>
        <p:blipFill>
          <a:blip r:embed="rId2">
            <a:alphaModFix/>
          </a:blip>
          <a:stretch>
            <a:fillRect/>
          </a:stretch>
        </p:blipFill>
        <p:spPr>
          <a:xfrm>
            <a:off x="1943449" y="3289771"/>
            <a:ext cx="8664226" cy="1210275"/>
          </a:xfrm>
          <a:prstGeom prst="rect">
            <a:avLst/>
          </a:prstGeom>
          <a:noFill/>
          <a:ln>
            <a:noFill/>
          </a:ln>
        </p:spPr>
      </p:pic>
      <p:pic>
        <p:nvPicPr>
          <p:cNvPr id="6" name="Google Shape;87;p15">
            <a:extLst>
              <a:ext uri="{FF2B5EF4-FFF2-40B4-BE49-F238E27FC236}">
                <a16:creationId xmlns:a16="http://schemas.microsoft.com/office/drawing/2014/main" id="{22F8C969-EDC0-888B-C809-A9CE00443D18}"/>
              </a:ext>
            </a:extLst>
          </p:cNvPr>
          <p:cNvPicPr preferRelativeResize="0"/>
          <p:nvPr/>
        </p:nvPicPr>
        <p:blipFill>
          <a:blip r:embed="rId3">
            <a:alphaModFix/>
          </a:blip>
          <a:stretch>
            <a:fillRect/>
          </a:stretch>
        </p:blipFill>
        <p:spPr>
          <a:xfrm>
            <a:off x="4635863" y="4605471"/>
            <a:ext cx="2723552" cy="1018275"/>
          </a:xfrm>
          <a:prstGeom prst="rect">
            <a:avLst/>
          </a:prstGeom>
          <a:noFill/>
          <a:ln>
            <a:noFill/>
          </a:ln>
        </p:spPr>
      </p:pic>
    </p:spTree>
    <p:extLst>
      <p:ext uri="{BB962C8B-B14F-4D97-AF65-F5344CB8AC3E}">
        <p14:creationId xmlns:p14="http://schemas.microsoft.com/office/powerpoint/2010/main" val="1327570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F2755-AD8D-4AF5-B5A8-A7904F5079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7B55FB-EE63-E325-5FDC-BB8F88BBF382}"/>
              </a:ext>
            </a:extLst>
          </p:cNvPr>
          <p:cNvSpPr>
            <a:spLocks noGrp="1"/>
          </p:cNvSpPr>
          <p:nvPr>
            <p:ph type="title"/>
          </p:nvPr>
        </p:nvSpPr>
        <p:spPr/>
        <p:txBody>
          <a:bodyPr/>
          <a:lstStyle/>
          <a:p>
            <a:r>
              <a:rPr lang="es-ES" dirty="0"/>
              <a:t>DTO</a:t>
            </a:r>
            <a:endParaRPr lang="es-PE" dirty="0"/>
          </a:p>
        </p:txBody>
      </p:sp>
      <p:sp>
        <p:nvSpPr>
          <p:cNvPr id="3" name="Marcador de número de diapositiva 2">
            <a:extLst>
              <a:ext uri="{FF2B5EF4-FFF2-40B4-BE49-F238E27FC236}">
                <a16:creationId xmlns:a16="http://schemas.microsoft.com/office/drawing/2014/main" id="{2442B44C-BB42-0DAE-D91B-04B6CF24A503}"/>
              </a:ext>
            </a:extLst>
          </p:cNvPr>
          <p:cNvSpPr>
            <a:spLocks noGrp="1"/>
          </p:cNvSpPr>
          <p:nvPr>
            <p:ph type="sldNum" idx="12"/>
          </p:nvPr>
        </p:nvSpPr>
        <p:spPr/>
        <p:txBody>
          <a:bodyPr/>
          <a:lstStyle/>
          <a:p>
            <a:fld id="{52A29C8B-5F70-8945-A2A6-FBD7A17156DB}" type="slidenum">
              <a:rPr lang="es-PE" smtClean="0"/>
              <a:pPr/>
              <a:t>5</a:t>
            </a:fld>
            <a:endParaRPr lang="es-PE"/>
          </a:p>
        </p:txBody>
      </p:sp>
      <p:sp>
        <p:nvSpPr>
          <p:cNvPr id="4" name="Marcador de contenido 3">
            <a:extLst>
              <a:ext uri="{FF2B5EF4-FFF2-40B4-BE49-F238E27FC236}">
                <a16:creationId xmlns:a16="http://schemas.microsoft.com/office/drawing/2014/main" id="{2F93FCE1-3732-BF3D-96D2-712636396999}"/>
              </a:ext>
            </a:extLst>
          </p:cNvPr>
          <p:cNvSpPr>
            <a:spLocks noGrp="1"/>
          </p:cNvSpPr>
          <p:nvPr>
            <p:ph idx="1"/>
          </p:nvPr>
        </p:nvSpPr>
        <p:spPr/>
        <p:txBody>
          <a:bodyPr/>
          <a:lstStyle/>
          <a:p>
            <a:pPr marL="0" lvl="0" indent="0">
              <a:spcBef>
                <a:spcPts val="0"/>
              </a:spcBef>
              <a:buNone/>
            </a:pPr>
            <a:r>
              <a:rPr lang="es-ES" sz="2000" dirty="0"/>
              <a:t>Para utilizar </a:t>
            </a:r>
            <a:r>
              <a:rPr lang="es-ES" sz="2000" dirty="0" err="1"/>
              <a:t>DTOs</a:t>
            </a:r>
            <a:r>
              <a:rPr lang="es-ES" sz="2000" dirty="0"/>
              <a:t> en Spring Data JPA existen diversos métodos, uno de ellos es “</a:t>
            </a:r>
            <a:r>
              <a:rPr lang="es-ES" sz="2000" b="1" dirty="0" err="1"/>
              <a:t>projection</a:t>
            </a:r>
            <a:r>
              <a:rPr lang="es-ES" sz="2000" dirty="0"/>
              <a:t>”.</a:t>
            </a:r>
          </a:p>
          <a:p>
            <a:pPr marL="0" lvl="0" indent="0">
              <a:spcBef>
                <a:spcPts val="1600"/>
              </a:spcBef>
              <a:buNone/>
            </a:pPr>
            <a:r>
              <a:rPr lang="es-ES" sz="2000" dirty="0" err="1"/>
              <a:t>Projection</a:t>
            </a:r>
            <a:r>
              <a:rPr lang="es-ES" sz="2000" dirty="0"/>
              <a:t> permite únicamente obtener los resultados (SELECT) más no </a:t>
            </a:r>
            <a:r>
              <a:rPr lang="es-ES" sz="2000" dirty="0" err="1"/>
              <a:t>update</a:t>
            </a:r>
            <a:r>
              <a:rPr lang="es-ES" sz="2000" dirty="0"/>
              <a:t> ni </a:t>
            </a:r>
            <a:r>
              <a:rPr lang="es-ES" sz="2000" dirty="0" err="1"/>
              <a:t>delete</a:t>
            </a:r>
            <a:r>
              <a:rPr lang="es-ES" sz="2000" dirty="0"/>
              <a:t>.</a:t>
            </a:r>
          </a:p>
          <a:p>
            <a:pPr marL="0" lvl="0" indent="0">
              <a:spcBef>
                <a:spcPts val="1600"/>
              </a:spcBef>
              <a:spcAft>
                <a:spcPts val="1600"/>
              </a:spcAft>
              <a:buNone/>
            </a:pPr>
            <a:r>
              <a:rPr lang="es-ES" sz="2000" dirty="0"/>
              <a:t>Para este fin, se crea el DTO como una </a:t>
            </a:r>
            <a:r>
              <a:rPr lang="es-ES" sz="2000" b="1" dirty="0"/>
              <a:t>INTERFAZ</a:t>
            </a:r>
            <a:r>
              <a:rPr lang="es-ES" sz="2000" dirty="0"/>
              <a:t> y en vez de definir sus atributos, se definen sólo los </a:t>
            </a:r>
            <a:r>
              <a:rPr lang="es-ES" sz="2000" dirty="0" err="1"/>
              <a:t>getters</a:t>
            </a:r>
            <a:r>
              <a:rPr lang="es-ES" sz="2000" dirty="0"/>
              <a:t>.</a:t>
            </a:r>
          </a:p>
          <a:p>
            <a:endParaRPr lang="es-PE" dirty="0"/>
          </a:p>
        </p:txBody>
      </p:sp>
      <p:pic>
        <p:nvPicPr>
          <p:cNvPr id="5" name="Google Shape;95;p16">
            <a:extLst>
              <a:ext uri="{FF2B5EF4-FFF2-40B4-BE49-F238E27FC236}">
                <a16:creationId xmlns:a16="http://schemas.microsoft.com/office/drawing/2014/main" id="{F8AC6166-5672-9747-CF7F-5F9238140438}"/>
              </a:ext>
            </a:extLst>
          </p:cNvPr>
          <p:cNvPicPr preferRelativeResize="0"/>
          <p:nvPr/>
        </p:nvPicPr>
        <p:blipFill>
          <a:blip r:embed="rId2">
            <a:alphaModFix/>
          </a:blip>
          <a:stretch>
            <a:fillRect/>
          </a:stretch>
        </p:blipFill>
        <p:spPr>
          <a:xfrm>
            <a:off x="3455360" y="3732879"/>
            <a:ext cx="4758775" cy="1199150"/>
          </a:xfrm>
          <a:prstGeom prst="rect">
            <a:avLst/>
          </a:prstGeom>
          <a:noFill/>
          <a:ln>
            <a:noFill/>
          </a:ln>
        </p:spPr>
      </p:pic>
    </p:spTree>
    <p:extLst>
      <p:ext uri="{BB962C8B-B14F-4D97-AF65-F5344CB8AC3E}">
        <p14:creationId xmlns:p14="http://schemas.microsoft.com/office/powerpoint/2010/main" val="3861906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59639-7B9C-29F4-0F22-DFA60BC8CBB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36FEE2-8E1B-35AC-2E82-514A0AA529B2}"/>
              </a:ext>
            </a:extLst>
          </p:cNvPr>
          <p:cNvSpPr>
            <a:spLocks noGrp="1"/>
          </p:cNvSpPr>
          <p:nvPr>
            <p:ph type="title"/>
          </p:nvPr>
        </p:nvSpPr>
        <p:spPr/>
        <p:txBody>
          <a:bodyPr/>
          <a:lstStyle/>
          <a:p>
            <a:r>
              <a:rPr lang="es-ES" dirty="0"/>
              <a:t>Repositorio</a:t>
            </a:r>
            <a:endParaRPr lang="es-PE" dirty="0"/>
          </a:p>
        </p:txBody>
      </p:sp>
      <p:sp>
        <p:nvSpPr>
          <p:cNvPr id="3" name="Marcador de número de diapositiva 2">
            <a:extLst>
              <a:ext uri="{FF2B5EF4-FFF2-40B4-BE49-F238E27FC236}">
                <a16:creationId xmlns:a16="http://schemas.microsoft.com/office/drawing/2014/main" id="{1453DB6E-65CB-807C-D6A1-CCDE5C95A233}"/>
              </a:ext>
            </a:extLst>
          </p:cNvPr>
          <p:cNvSpPr>
            <a:spLocks noGrp="1"/>
          </p:cNvSpPr>
          <p:nvPr>
            <p:ph type="sldNum" idx="12"/>
          </p:nvPr>
        </p:nvSpPr>
        <p:spPr/>
        <p:txBody>
          <a:bodyPr/>
          <a:lstStyle/>
          <a:p>
            <a:fld id="{52A29C8B-5F70-8945-A2A6-FBD7A17156DB}" type="slidenum">
              <a:rPr lang="es-PE" smtClean="0"/>
              <a:pPr/>
              <a:t>6</a:t>
            </a:fld>
            <a:endParaRPr lang="es-PE"/>
          </a:p>
        </p:txBody>
      </p:sp>
      <p:sp>
        <p:nvSpPr>
          <p:cNvPr id="4" name="Marcador de contenido 3">
            <a:extLst>
              <a:ext uri="{FF2B5EF4-FFF2-40B4-BE49-F238E27FC236}">
                <a16:creationId xmlns:a16="http://schemas.microsoft.com/office/drawing/2014/main" id="{19450567-C53A-0679-87F7-A3559D8ECC78}"/>
              </a:ext>
            </a:extLst>
          </p:cNvPr>
          <p:cNvSpPr>
            <a:spLocks noGrp="1"/>
          </p:cNvSpPr>
          <p:nvPr>
            <p:ph idx="1"/>
          </p:nvPr>
        </p:nvSpPr>
        <p:spPr/>
        <p:txBody>
          <a:bodyPr/>
          <a:lstStyle/>
          <a:p>
            <a:pPr marL="0" lvl="0" indent="0">
              <a:spcBef>
                <a:spcPts val="0"/>
              </a:spcBef>
              <a:buNone/>
            </a:pPr>
            <a:r>
              <a:rPr lang="es-ES" dirty="0"/>
              <a:t>Debido a que el DTO no pertenece a ningún repositorio en particular, se debe vincular con uno que tenga relación (y que aparezca en el </a:t>
            </a:r>
            <a:r>
              <a:rPr lang="es-ES" dirty="0" err="1"/>
              <a:t>query</a:t>
            </a:r>
            <a:r>
              <a:rPr lang="es-ES" dirty="0"/>
              <a:t>). En este caso, se utilizará el repositorio de Empleado.</a:t>
            </a:r>
          </a:p>
          <a:p>
            <a:pPr marL="0" lvl="0" indent="0">
              <a:spcBef>
                <a:spcPts val="1600"/>
              </a:spcBef>
              <a:spcAft>
                <a:spcPts val="1600"/>
              </a:spcAft>
              <a:buNone/>
            </a:pPr>
            <a:r>
              <a:rPr lang="es-ES" dirty="0"/>
              <a:t>Crearlo.</a:t>
            </a:r>
          </a:p>
          <a:p>
            <a:endParaRPr lang="es-PE" dirty="0"/>
          </a:p>
        </p:txBody>
      </p:sp>
      <p:pic>
        <p:nvPicPr>
          <p:cNvPr id="5" name="Google Shape;103;p17">
            <a:extLst>
              <a:ext uri="{FF2B5EF4-FFF2-40B4-BE49-F238E27FC236}">
                <a16:creationId xmlns:a16="http://schemas.microsoft.com/office/drawing/2014/main" id="{0994B083-4959-027A-3D1C-FFEF3C2CDD12}"/>
              </a:ext>
            </a:extLst>
          </p:cNvPr>
          <p:cNvPicPr preferRelativeResize="0"/>
          <p:nvPr/>
        </p:nvPicPr>
        <p:blipFill>
          <a:blip r:embed="rId2">
            <a:alphaModFix/>
          </a:blip>
          <a:stretch>
            <a:fillRect/>
          </a:stretch>
        </p:blipFill>
        <p:spPr>
          <a:xfrm>
            <a:off x="2012171" y="3652789"/>
            <a:ext cx="8167658" cy="835542"/>
          </a:xfrm>
          <a:prstGeom prst="rect">
            <a:avLst/>
          </a:prstGeom>
          <a:noFill/>
          <a:ln>
            <a:noFill/>
          </a:ln>
        </p:spPr>
      </p:pic>
    </p:spTree>
    <p:extLst>
      <p:ext uri="{BB962C8B-B14F-4D97-AF65-F5344CB8AC3E}">
        <p14:creationId xmlns:p14="http://schemas.microsoft.com/office/powerpoint/2010/main" val="2537188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218B0-6DF9-ACF5-4621-4C18AA544AB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1A5B31-B74E-1623-F920-CA7B58832E2B}"/>
              </a:ext>
            </a:extLst>
          </p:cNvPr>
          <p:cNvSpPr>
            <a:spLocks noGrp="1"/>
          </p:cNvSpPr>
          <p:nvPr>
            <p:ph type="title"/>
          </p:nvPr>
        </p:nvSpPr>
        <p:spPr/>
        <p:txBody>
          <a:bodyPr/>
          <a:lstStyle/>
          <a:p>
            <a:r>
              <a:rPr lang="es-ES" dirty="0"/>
              <a:t>Repositorio - </a:t>
            </a:r>
            <a:r>
              <a:rPr lang="es-ES" dirty="0" err="1"/>
              <a:t>cont</a:t>
            </a:r>
            <a:endParaRPr lang="es-PE" dirty="0"/>
          </a:p>
        </p:txBody>
      </p:sp>
      <p:sp>
        <p:nvSpPr>
          <p:cNvPr id="3" name="Marcador de número de diapositiva 2">
            <a:extLst>
              <a:ext uri="{FF2B5EF4-FFF2-40B4-BE49-F238E27FC236}">
                <a16:creationId xmlns:a16="http://schemas.microsoft.com/office/drawing/2014/main" id="{24B9B66D-32A2-F066-CBBE-473E9458211A}"/>
              </a:ext>
            </a:extLst>
          </p:cNvPr>
          <p:cNvSpPr>
            <a:spLocks noGrp="1"/>
          </p:cNvSpPr>
          <p:nvPr>
            <p:ph type="sldNum" idx="12"/>
          </p:nvPr>
        </p:nvSpPr>
        <p:spPr/>
        <p:txBody>
          <a:bodyPr/>
          <a:lstStyle/>
          <a:p>
            <a:fld id="{52A29C8B-5F70-8945-A2A6-FBD7A17156DB}" type="slidenum">
              <a:rPr lang="es-PE" smtClean="0"/>
              <a:pPr/>
              <a:t>7</a:t>
            </a:fld>
            <a:endParaRPr lang="es-PE"/>
          </a:p>
        </p:txBody>
      </p:sp>
      <p:sp>
        <p:nvSpPr>
          <p:cNvPr id="4" name="Marcador de contenido 3">
            <a:extLst>
              <a:ext uri="{FF2B5EF4-FFF2-40B4-BE49-F238E27FC236}">
                <a16:creationId xmlns:a16="http://schemas.microsoft.com/office/drawing/2014/main" id="{1F612032-3F31-E268-068B-AB5C882F46B1}"/>
              </a:ext>
            </a:extLst>
          </p:cNvPr>
          <p:cNvSpPr>
            <a:spLocks noGrp="1"/>
          </p:cNvSpPr>
          <p:nvPr>
            <p:ph idx="1"/>
          </p:nvPr>
        </p:nvSpPr>
        <p:spPr/>
        <p:txBody>
          <a:bodyPr>
            <a:normAutofit fontScale="92500" lnSpcReduction="10000"/>
          </a:bodyPr>
          <a:lstStyle/>
          <a:p>
            <a:pPr marL="0" lvl="0" indent="0">
              <a:spcBef>
                <a:spcPts val="0"/>
              </a:spcBef>
              <a:buNone/>
            </a:pPr>
            <a:r>
              <a:rPr lang="es-ES" dirty="0"/>
              <a:t>Ahora, en el repositorio se debe crear un </a:t>
            </a:r>
            <a:r>
              <a:rPr lang="es-ES" dirty="0" err="1"/>
              <a:t>query</a:t>
            </a:r>
            <a:r>
              <a:rPr lang="es-ES" dirty="0"/>
              <a:t> </a:t>
            </a:r>
            <a:r>
              <a:rPr lang="es-ES" dirty="0" err="1"/>
              <a:t>method</a:t>
            </a:r>
            <a:r>
              <a:rPr lang="es-ES" dirty="0"/>
              <a:t> con la notación </a:t>
            </a:r>
            <a:r>
              <a:rPr lang="es-ES" b="1" dirty="0"/>
              <a:t>@Query</a:t>
            </a:r>
            <a:r>
              <a:rPr lang="es-ES" dirty="0"/>
              <a:t>, pero en el objeto resultante se debe colocar el DTO esperado.</a:t>
            </a:r>
          </a:p>
          <a:p>
            <a:pPr marL="0" lvl="0" indent="0">
              <a:spcBef>
                <a:spcPts val="1600"/>
              </a:spcBef>
              <a:buNone/>
            </a:pPr>
            <a:endParaRPr lang="es-ES" dirty="0"/>
          </a:p>
          <a:p>
            <a:pPr marL="0" lvl="0" indent="0">
              <a:spcBef>
                <a:spcPts val="1600"/>
              </a:spcBef>
              <a:buNone/>
            </a:pPr>
            <a:endParaRPr lang="es-ES" dirty="0"/>
          </a:p>
          <a:p>
            <a:pPr marL="0" lvl="0" indent="0">
              <a:spcBef>
                <a:spcPts val="1600"/>
              </a:spcBef>
              <a:buNone/>
            </a:pPr>
            <a:endParaRPr lang="es-ES" dirty="0"/>
          </a:p>
          <a:p>
            <a:pPr marL="0" lvl="0" indent="0">
              <a:spcBef>
                <a:spcPts val="1600"/>
              </a:spcBef>
              <a:buNone/>
            </a:pPr>
            <a:endParaRPr lang="es-ES" dirty="0"/>
          </a:p>
          <a:p>
            <a:pPr marL="0" lvl="0" indent="0">
              <a:spcBef>
                <a:spcPts val="1600"/>
              </a:spcBef>
              <a:buNone/>
            </a:pPr>
            <a:r>
              <a:rPr lang="es-ES" dirty="0"/>
              <a:t>Observaciones:</a:t>
            </a:r>
          </a:p>
          <a:p>
            <a:pPr lvl="0" indent="-342900">
              <a:spcBef>
                <a:spcPts val="0"/>
              </a:spcBef>
              <a:buSzPts val="1800"/>
              <a:buChar char="●"/>
            </a:pPr>
            <a:r>
              <a:rPr lang="es-ES" dirty="0"/>
              <a:t>Los nombres de las columnas resultantes del </a:t>
            </a:r>
            <a:r>
              <a:rPr lang="es-ES" dirty="0" err="1"/>
              <a:t>Query</a:t>
            </a:r>
            <a:r>
              <a:rPr lang="es-ES" dirty="0"/>
              <a:t> deben coincidir con las definidas en el DTO.</a:t>
            </a:r>
          </a:p>
          <a:p>
            <a:pPr lvl="0" indent="-342900">
              <a:spcBef>
                <a:spcPts val="0"/>
              </a:spcBef>
              <a:buSzPts val="1800"/>
              <a:buChar char="●"/>
            </a:pPr>
            <a:r>
              <a:rPr lang="es-ES" dirty="0"/>
              <a:t>Debe colocar </a:t>
            </a:r>
            <a:r>
              <a:rPr lang="es-ES" dirty="0" err="1"/>
              <a:t>nativeQuery</a:t>
            </a:r>
            <a:r>
              <a:rPr lang="es-ES" dirty="0"/>
              <a:t> = true</a:t>
            </a:r>
            <a:endParaRPr lang="es-PE" dirty="0"/>
          </a:p>
        </p:txBody>
      </p:sp>
      <p:pic>
        <p:nvPicPr>
          <p:cNvPr id="5" name="Google Shape;111;p18">
            <a:extLst>
              <a:ext uri="{FF2B5EF4-FFF2-40B4-BE49-F238E27FC236}">
                <a16:creationId xmlns:a16="http://schemas.microsoft.com/office/drawing/2014/main" id="{866A747A-3C49-5B82-1680-3321350FF75D}"/>
              </a:ext>
            </a:extLst>
          </p:cNvPr>
          <p:cNvPicPr preferRelativeResize="0"/>
          <p:nvPr/>
        </p:nvPicPr>
        <p:blipFill>
          <a:blip r:embed="rId2">
            <a:alphaModFix/>
          </a:blip>
          <a:stretch>
            <a:fillRect/>
          </a:stretch>
        </p:blipFill>
        <p:spPr>
          <a:xfrm>
            <a:off x="1314994" y="2198974"/>
            <a:ext cx="8914856" cy="1756093"/>
          </a:xfrm>
          <a:prstGeom prst="rect">
            <a:avLst/>
          </a:prstGeom>
          <a:noFill/>
          <a:ln>
            <a:noFill/>
          </a:ln>
        </p:spPr>
      </p:pic>
    </p:spTree>
    <p:extLst>
      <p:ext uri="{BB962C8B-B14F-4D97-AF65-F5344CB8AC3E}">
        <p14:creationId xmlns:p14="http://schemas.microsoft.com/office/powerpoint/2010/main" val="3047916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AD56-F614-B2C9-331A-C2961B276F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93D1CF-B7D4-39AD-8ECD-D88339CDF41A}"/>
              </a:ext>
            </a:extLst>
          </p:cNvPr>
          <p:cNvSpPr>
            <a:spLocks noGrp="1"/>
          </p:cNvSpPr>
          <p:nvPr>
            <p:ph type="title"/>
          </p:nvPr>
        </p:nvSpPr>
        <p:spPr/>
        <p:txBody>
          <a:bodyPr/>
          <a:lstStyle/>
          <a:p>
            <a:r>
              <a:rPr lang="es-ES" dirty="0"/>
              <a:t>Probando…</a:t>
            </a:r>
            <a:endParaRPr lang="es-PE" dirty="0"/>
          </a:p>
        </p:txBody>
      </p:sp>
      <p:sp>
        <p:nvSpPr>
          <p:cNvPr id="3" name="Marcador de número de diapositiva 2">
            <a:extLst>
              <a:ext uri="{FF2B5EF4-FFF2-40B4-BE49-F238E27FC236}">
                <a16:creationId xmlns:a16="http://schemas.microsoft.com/office/drawing/2014/main" id="{F3A702C7-AF49-5893-3A40-984D7413FE03}"/>
              </a:ext>
            </a:extLst>
          </p:cNvPr>
          <p:cNvSpPr>
            <a:spLocks noGrp="1"/>
          </p:cNvSpPr>
          <p:nvPr>
            <p:ph type="sldNum" idx="12"/>
          </p:nvPr>
        </p:nvSpPr>
        <p:spPr/>
        <p:txBody>
          <a:bodyPr/>
          <a:lstStyle/>
          <a:p>
            <a:fld id="{52A29C8B-5F70-8945-A2A6-FBD7A17156DB}" type="slidenum">
              <a:rPr lang="es-PE" smtClean="0"/>
              <a:pPr/>
              <a:t>8</a:t>
            </a:fld>
            <a:endParaRPr lang="es-PE"/>
          </a:p>
        </p:txBody>
      </p:sp>
      <p:sp>
        <p:nvSpPr>
          <p:cNvPr id="4" name="Marcador de contenido 3">
            <a:extLst>
              <a:ext uri="{FF2B5EF4-FFF2-40B4-BE49-F238E27FC236}">
                <a16:creationId xmlns:a16="http://schemas.microsoft.com/office/drawing/2014/main" id="{D21B4747-61AE-F787-288D-38E6799D24F2}"/>
              </a:ext>
            </a:extLst>
          </p:cNvPr>
          <p:cNvSpPr>
            <a:spLocks noGrp="1"/>
          </p:cNvSpPr>
          <p:nvPr>
            <p:ph idx="1"/>
          </p:nvPr>
        </p:nvSpPr>
        <p:spPr/>
        <p:txBody>
          <a:bodyPr>
            <a:normAutofit/>
          </a:bodyPr>
          <a:lstStyle/>
          <a:p>
            <a:pPr marL="0" lvl="0" indent="0">
              <a:spcBef>
                <a:spcPts val="0"/>
              </a:spcBef>
              <a:buNone/>
            </a:pPr>
            <a:r>
              <a:rPr lang="es-ES" sz="2000" dirty="0"/>
              <a:t>Para probar el DTO, se creará un controlador que muestre una ventana de estadísticas.</a:t>
            </a:r>
          </a:p>
          <a:p>
            <a:pPr marL="0" lvl="0" indent="0">
              <a:spcBef>
                <a:spcPts val="1600"/>
              </a:spcBef>
              <a:spcAft>
                <a:spcPts val="1600"/>
              </a:spcAft>
              <a:buNone/>
            </a:pPr>
            <a:r>
              <a:rPr lang="es-ES" sz="2000" dirty="0"/>
              <a:t>Observar que para acceder a nuestra </a:t>
            </a:r>
            <a:r>
              <a:rPr lang="es-ES" sz="2000" dirty="0" err="1"/>
              <a:t>query</a:t>
            </a:r>
            <a:r>
              <a:rPr lang="es-ES" sz="2000" dirty="0"/>
              <a:t> DTO se realiza mediante el repositorio donde fue definido (en este caso, </a:t>
            </a:r>
            <a:r>
              <a:rPr lang="es-ES" sz="2000" dirty="0" err="1"/>
              <a:t>EmployeeRepository</a:t>
            </a:r>
            <a:r>
              <a:rPr lang="es-ES" sz="2000" dirty="0"/>
              <a:t>).</a:t>
            </a:r>
          </a:p>
          <a:p>
            <a:endParaRPr lang="es-PE" sz="2000" dirty="0"/>
          </a:p>
        </p:txBody>
      </p:sp>
      <p:pic>
        <p:nvPicPr>
          <p:cNvPr id="5" name="Google Shape;119;p19">
            <a:extLst>
              <a:ext uri="{FF2B5EF4-FFF2-40B4-BE49-F238E27FC236}">
                <a16:creationId xmlns:a16="http://schemas.microsoft.com/office/drawing/2014/main" id="{A137C907-281A-81FF-24A3-71D5562E2C14}"/>
              </a:ext>
            </a:extLst>
          </p:cNvPr>
          <p:cNvPicPr preferRelativeResize="0"/>
          <p:nvPr/>
        </p:nvPicPr>
        <p:blipFill>
          <a:blip r:embed="rId2">
            <a:alphaModFix/>
          </a:blip>
          <a:stretch>
            <a:fillRect/>
          </a:stretch>
        </p:blipFill>
        <p:spPr>
          <a:xfrm>
            <a:off x="1932242" y="2708984"/>
            <a:ext cx="8327515" cy="2662681"/>
          </a:xfrm>
          <a:prstGeom prst="rect">
            <a:avLst/>
          </a:prstGeom>
          <a:noFill/>
          <a:ln>
            <a:noFill/>
          </a:ln>
        </p:spPr>
      </p:pic>
    </p:spTree>
    <p:extLst>
      <p:ext uri="{BB962C8B-B14F-4D97-AF65-F5344CB8AC3E}">
        <p14:creationId xmlns:p14="http://schemas.microsoft.com/office/powerpoint/2010/main" val="2331548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263DE-B065-53A4-EA43-561C491FE3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CEEF5D-2453-160D-9618-A4ADE577CA9A}"/>
              </a:ext>
            </a:extLst>
          </p:cNvPr>
          <p:cNvSpPr>
            <a:spLocks noGrp="1"/>
          </p:cNvSpPr>
          <p:nvPr>
            <p:ph type="title"/>
          </p:nvPr>
        </p:nvSpPr>
        <p:spPr/>
        <p:txBody>
          <a:bodyPr/>
          <a:lstStyle/>
          <a:p>
            <a:r>
              <a:rPr lang="es-ES" dirty="0"/>
              <a:t>Probando…</a:t>
            </a:r>
            <a:endParaRPr lang="es-PE" dirty="0"/>
          </a:p>
        </p:txBody>
      </p:sp>
      <p:sp>
        <p:nvSpPr>
          <p:cNvPr id="3" name="Marcador de número de diapositiva 2">
            <a:extLst>
              <a:ext uri="{FF2B5EF4-FFF2-40B4-BE49-F238E27FC236}">
                <a16:creationId xmlns:a16="http://schemas.microsoft.com/office/drawing/2014/main" id="{404D4B81-EDE2-ADD8-1764-8A283ADAD1BF}"/>
              </a:ext>
            </a:extLst>
          </p:cNvPr>
          <p:cNvSpPr>
            <a:spLocks noGrp="1"/>
          </p:cNvSpPr>
          <p:nvPr>
            <p:ph type="sldNum" idx="12"/>
          </p:nvPr>
        </p:nvSpPr>
        <p:spPr/>
        <p:txBody>
          <a:bodyPr/>
          <a:lstStyle/>
          <a:p>
            <a:fld id="{52A29C8B-5F70-8945-A2A6-FBD7A17156DB}" type="slidenum">
              <a:rPr lang="es-PE" smtClean="0"/>
              <a:pPr/>
              <a:t>9</a:t>
            </a:fld>
            <a:endParaRPr lang="es-PE"/>
          </a:p>
        </p:txBody>
      </p:sp>
      <p:sp>
        <p:nvSpPr>
          <p:cNvPr id="4" name="Marcador de contenido 3">
            <a:extLst>
              <a:ext uri="{FF2B5EF4-FFF2-40B4-BE49-F238E27FC236}">
                <a16:creationId xmlns:a16="http://schemas.microsoft.com/office/drawing/2014/main" id="{B558BE1D-B641-727C-2259-D0A7CCF379EC}"/>
              </a:ext>
            </a:extLst>
          </p:cNvPr>
          <p:cNvSpPr>
            <a:spLocks noGrp="1"/>
          </p:cNvSpPr>
          <p:nvPr>
            <p:ph idx="1"/>
          </p:nvPr>
        </p:nvSpPr>
        <p:spPr/>
        <p:txBody>
          <a:bodyPr/>
          <a:lstStyle/>
          <a:p>
            <a:r>
              <a:rPr lang="es-ES" dirty="0"/>
              <a:t>En la vista </a:t>
            </a:r>
            <a:r>
              <a:rPr lang="es-ES" b="1" dirty="0"/>
              <a:t>estadistica.html</a:t>
            </a:r>
            <a:r>
              <a:rPr lang="es-ES" dirty="0"/>
              <a:t>, se muestra la lista como cualquier otro objeto </a:t>
            </a:r>
            <a:r>
              <a:rPr lang="es-ES" dirty="0" err="1"/>
              <a:t>recepcionado</a:t>
            </a:r>
            <a:r>
              <a:rPr lang="es-ES" dirty="0"/>
              <a:t> desde el controlador.</a:t>
            </a:r>
          </a:p>
          <a:p>
            <a:endParaRPr lang="es-PE" dirty="0"/>
          </a:p>
        </p:txBody>
      </p:sp>
      <p:pic>
        <p:nvPicPr>
          <p:cNvPr id="5" name="Google Shape;127;p20">
            <a:extLst>
              <a:ext uri="{FF2B5EF4-FFF2-40B4-BE49-F238E27FC236}">
                <a16:creationId xmlns:a16="http://schemas.microsoft.com/office/drawing/2014/main" id="{1A29331D-8518-3866-3664-93E3ABCE6B6F}"/>
              </a:ext>
            </a:extLst>
          </p:cNvPr>
          <p:cNvPicPr preferRelativeResize="0"/>
          <p:nvPr/>
        </p:nvPicPr>
        <p:blipFill>
          <a:blip r:embed="rId2">
            <a:alphaModFix/>
          </a:blip>
          <a:stretch>
            <a:fillRect/>
          </a:stretch>
        </p:blipFill>
        <p:spPr>
          <a:xfrm>
            <a:off x="1069428" y="2853480"/>
            <a:ext cx="6829425" cy="2476500"/>
          </a:xfrm>
          <a:prstGeom prst="rect">
            <a:avLst/>
          </a:prstGeom>
          <a:noFill/>
          <a:ln>
            <a:noFill/>
          </a:ln>
        </p:spPr>
      </p:pic>
      <p:pic>
        <p:nvPicPr>
          <p:cNvPr id="6" name="Google Shape;128;p20">
            <a:extLst>
              <a:ext uri="{FF2B5EF4-FFF2-40B4-BE49-F238E27FC236}">
                <a16:creationId xmlns:a16="http://schemas.microsoft.com/office/drawing/2014/main" id="{E169012C-D60C-84B2-65A0-F32CE4B69BA1}"/>
              </a:ext>
            </a:extLst>
          </p:cNvPr>
          <p:cNvPicPr preferRelativeResize="0"/>
          <p:nvPr/>
        </p:nvPicPr>
        <p:blipFill rotWithShape="1">
          <a:blip r:embed="rId3">
            <a:alphaModFix/>
          </a:blip>
          <a:srcRect t="30362"/>
          <a:stretch/>
        </p:blipFill>
        <p:spPr>
          <a:xfrm>
            <a:off x="8245583" y="2685100"/>
            <a:ext cx="3307725" cy="1823325"/>
          </a:xfrm>
          <a:prstGeom prst="rect">
            <a:avLst/>
          </a:prstGeom>
          <a:noFill/>
          <a:ln>
            <a:noFill/>
          </a:ln>
        </p:spPr>
      </p:pic>
    </p:spTree>
    <p:extLst>
      <p:ext uri="{BB962C8B-B14F-4D97-AF65-F5344CB8AC3E}">
        <p14:creationId xmlns:p14="http://schemas.microsoft.com/office/powerpoint/2010/main" val="11575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5A1CD-D01C-A3FE-CDE1-E42218B6CF3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C79FB4-BDEA-5543-29BE-49F03E1D4E00}"/>
              </a:ext>
            </a:extLst>
          </p:cNvPr>
          <p:cNvSpPr>
            <a:spLocks noGrp="1"/>
          </p:cNvSpPr>
          <p:nvPr>
            <p:ph type="title"/>
          </p:nvPr>
        </p:nvSpPr>
        <p:spPr/>
        <p:txBody>
          <a:bodyPr/>
          <a:lstStyle/>
          <a:p>
            <a:r>
              <a:rPr lang="es-ES" dirty="0"/>
              <a:t>Otro ejemplo</a:t>
            </a:r>
            <a:endParaRPr lang="es-PE" dirty="0"/>
          </a:p>
        </p:txBody>
      </p:sp>
      <p:sp>
        <p:nvSpPr>
          <p:cNvPr id="3" name="Marcador de número de diapositiva 2">
            <a:extLst>
              <a:ext uri="{FF2B5EF4-FFF2-40B4-BE49-F238E27FC236}">
                <a16:creationId xmlns:a16="http://schemas.microsoft.com/office/drawing/2014/main" id="{4D7B7B1D-D10D-6083-D287-2F3C83514540}"/>
              </a:ext>
            </a:extLst>
          </p:cNvPr>
          <p:cNvSpPr>
            <a:spLocks noGrp="1"/>
          </p:cNvSpPr>
          <p:nvPr>
            <p:ph type="sldNum" idx="12"/>
          </p:nvPr>
        </p:nvSpPr>
        <p:spPr/>
        <p:txBody>
          <a:bodyPr/>
          <a:lstStyle/>
          <a:p>
            <a:fld id="{52A29C8B-5F70-8945-A2A6-FBD7A17156DB}" type="slidenum">
              <a:rPr lang="es-PE" smtClean="0"/>
              <a:pPr/>
              <a:t>10</a:t>
            </a:fld>
            <a:endParaRPr lang="es-PE"/>
          </a:p>
        </p:txBody>
      </p:sp>
      <p:sp>
        <p:nvSpPr>
          <p:cNvPr id="4" name="Marcador de contenido 3">
            <a:extLst>
              <a:ext uri="{FF2B5EF4-FFF2-40B4-BE49-F238E27FC236}">
                <a16:creationId xmlns:a16="http://schemas.microsoft.com/office/drawing/2014/main" id="{864E545F-9F88-EFE8-BDE4-82F7945B3E7F}"/>
              </a:ext>
            </a:extLst>
          </p:cNvPr>
          <p:cNvSpPr>
            <a:spLocks noGrp="1"/>
          </p:cNvSpPr>
          <p:nvPr>
            <p:ph idx="1"/>
          </p:nvPr>
        </p:nvSpPr>
        <p:spPr/>
        <p:txBody>
          <a:bodyPr/>
          <a:lstStyle/>
          <a:p>
            <a:pPr marL="0" lvl="0" indent="0">
              <a:spcBef>
                <a:spcPts val="0"/>
              </a:spcBef>
              <a:buNone/>
            </a:pPr>
            <a:r>
              <a:rPr lang="es-ES" dirty="0"/>
              <a:t>Ahora, muestre la cantidad de empleados por país.</a:t>
            </a:r>
          </a:p>
          <a:p>
            <a:pPr marL="0" lvl="0" indent="0">
              <a:spcBef>
                <a:spcPts val="1600"/>
              </a:spcBef>
              <a:spcAft>
                <a:spcPts val="1600"/>
              </a:spcAft>
              <a:buNone/>
            </a:pPr>
            <a:r>
              <a:rPr lang="es-ES" dirty="0"/>
              <a:t>El </a:t>
            </a:r>
            <a:r>
              <a:rPr lang="es-ES" dirty="0" err="1"/>
              <a:t>Query</a:t>
            </a:r>
            <a:r>
              <a:rPr lang="es-ES" dirty="0"/>
              <a:t>:</a:t>
            </a:r>
          </a:p>
          <a:p>
            <a:endParaRPr lang="es-PE" dirty="0"/>
          </a:p>
        </p:txBody>
      </p:sp>
      <p:pic>
        <p:nvPicPr>
          <p:cNvPr id="5" name="Google Shape;142;p22">
            <a:extLst>
              <a:ext uri="{FF2B5EF4-FFF2-40B4-BE49-F238E27FC236}">
                <a16:creationId xmlns:a16="http://schemas.microsoft.com/office/drawing/2014/main" id="{2FE34C68-4774-0634-20D9-3C1FF8AFAFF0}"/>
              </a:ext>
            </a:extLst>
          </p:cNvPr>
          <p:cNvPicPr preferRelativeResize="0"/>
          <p:nvPr/>
        </p:nvPicPr>
        <p:blipFill>
          <a:blip r:embed="rId2">
            <a:alphaModFix/>
          </a:blip>
          <a:stretch>
            <a:fillRect/>
          </a:stretch>
        </p:blipFill>
        <p:spPr>
          <a:xfrm>
            <a:off x="2387825" y="3143117"/>
            <a:ext cx="5163946" cy="461067"/>
          </a:xfrm>
          <a:prstGeom prst="rect">
            <a:avLst/>
          </a:prstGeom>
          <a:noFill/>
          <a:ln>
            <a:noFill/>
          </a:ln>
        </p:spPr>
      </p:pic>
      <p:pic>
        <p:nvPicPr>
          <p:cNvPr id="6" name="Google Shape;143;p22">
            <a:extLst>
              <a:ext uri="{FF2B5EF4-FFF2-40B4-BE49-F238E27FC236}">
                <a16:creationId xmlns:a16="http://schemas.microsoft.com/office/drawing/2014/main" id="{84393041-EBDB-2FA0-F83F-07D55E683E21}"/>
              </a:ext>
            </a:extLst>
          </p:cNvPr>
          <p:cNvPicPr preferRelativeResize="0"/>
          <p:nvPr/>
        </p:nvPicPr>
        <p:blipFill>
          <a:blip r:embed="rId3">
            <a:alphaModFix/>
          </a:blip>
          <a:stretch>
            <a:fillRect/>
          </a:stretch>
        </p:blipFill>
        <p:spPr>
          <a:xfrm>
            <a:off x="8265875" y="3009809"/>
            <a:ext cx="1028802" cy="524700"/>
          </a:xfrm>
          <a:prstGeom prst="rect">
            <a:avLst/>
          </a:prstGeom>
          <a:noFill/>
          <a:ln>
            <a:noFill/>
          </a:ln>
        </p:spPr>
      </p:pic>
      <p:sp>
        <p:nvSpPr>
          <p:cNvPr id="7" name="Google Shape;144;p22">
            <a:extLst>
              <a:ext uri="{FF2B5EF4-FFF2-40B4-BE49-F238E27FC236}">
                <a16:creationId xmlns:a16="http://schemas.microsoft.com/office/drawing/2014/main" id="{50C58BB8-4F84-BF87-651F-18F868B4D77B}"/>
              </a:ext>
            </a:extLst>
          </p:cNvPr>
          <p:cNvSpPr/>
          <p:nvPr/>
        </p:nvSpPr>
        <p:spPr>
          <a:xfrm>
            <a:off x="7607025" y="3069959"/>
            <a:ext cx="470400" cy="40440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1610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34C03-F54D-988B-DF1F-919C071E16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C51920-EBA4-4BA9-1A0B-C48C8D210553}"/>
              </a:ext>
            </a:extLst>
          </p:cNvPr>
          <p:cNvSpPr>
            <a:spLocks noGrp="1"/>
          </p:cNvSpPr>
          <p:nvPr>
            <p:ph type="title"/>
          </p:nvPr>
        </p:nvSpPr>
        <p:spPr/>
        <p:txBody>
          <a:bodyPr/>
          <a:lstStyle/>
          <a:p>
            <a:r>
              <a:rPr lang="es-ES" dirty="0"/>
              <a:t>DTO</a:t>
            </a:r>
            <a:endParaRPr lang="es-PE" dirty="0"/>
          </a:p>
        </p:txBody>
      </p:sp>
      <p:sp>
        <p:nvSpPr>
          <p:cNvPr id="3" name="Marcador de número de diapositiva 2">
            <a:extLst>
              <a:ext uri="{FF2B5EF4-FFF2-40B4-BE49-F238E27FC236}">
                <a16:creationId xmlns:a16="http://schemas.microsoft.com/office/drawing/2014/main" id="{B34171C3-84C3-326A-F2C4-482CB55E23A6}"/>
              </a:ext>
            </a:extLst>
          </p:cNvPr>
          <p:cNvSpPr>
            <a:spLocks noGrp="1"/>
          </p:cNvSpPr>
          <p:nvPr>
            <p:ph type="sldNum" idx="12"/>
          </p:nvPr>
        </p:nvSpPr>
        <p:spPr/>
        <p:txBody>
          <a:bodyPr/>
          <a:lstStyle/>
          <a:p>
            <a:fld id="{52A29C8B-5F70-8945-A2A6-FBD7A17156DB}" type="slidenum">
              <a:rPr lang="es-PE" smtClean="0"/>
              <a:pPr/>
              <a:t>11</a:t>
            </a:fld>
            <a:endParaRPr lang="es-PE"/>
          </a:p>
        </p:txBody>
      </p:sp>
      <p:sp>
        <p:nvSpPr>
          <p:cNvPr id="4" name="Marcador de contenido 3">
            <a:extLst>
              <a:ext uri="{FF2B5EF4-FFF2-40B4-BE49-F238E27FC236}">
                <a16:creationId xmlns:a16="http://schemas.microsoft.com/office/drawing/2014/main" id="{1E4D8B4B-9161-E22E-A161-C621F42E4E24}"/>
              </a:ext>
            </a:extLst>
          </p:cNvPr>
          <p:cNvSpPr>
            <a:spLocks noGrp="1"/>
          </p:cNvSpPr>
          <p:nvPr>
            <p:ph idx="1"/>
          </p:nvPr>
        </p:nvSpPr>
        <p:spPr/>
        <p:txBody>
          <a:bodyPr/>
          <a:lstStyle/>
          <a:p>
            <a:r>
              <a:rPr lang="es-ES" dirty="0"/>
              <a:t>Se crea el DTO para gestionar la información de base de datos</a:t>
            </a:r>
          </a:p>
          <a:p>
            <a:endParaRPr lang="es-PE" dirty="0"/>
          </a:p>
        </p:txBody>
      </p:sp>
      <p:pic>
        <p:nvPicPr>
          <p:cNvPr id="5" name="Google Shape;152;p23">
            <a:extLst>
              <a:ext uri="{FF2B5EF4-FFF2-40B4-BE49-F238E27FC236}">
                <a16:creationId xmlns:a16="http://schemas.microsoft.com/office/drawing/2014/main" id="{2266AE0C-4D1F-9DB6-7915-57A84B4FE996}"/>
              </a:ext>
            </a:extLst>
          </p:cNvPr>
          <p:cNvPicPr preferRelativeResize="0"/>
          <p:nvPr/>
        </p:nvPicPr>
        <p:blipFill>
          <a:blip r:embed="rId2">
            <a:alphaModFix/>
          </a:blip>
          <a:stretch>
            <a:fillRect/>
          </a:stretch>
        </p:blipFill>
        <p:spPr>
          <a:xfrm>
            <a:off x="5117448" y="3016921"/>
            <a:ext cx="4438650" cy="1047750"/>
          </a:xfrm>
          <a:prstGeom prst="rect">
            <a:avLst/>
          </a:prstGeom>
          <a:noFill/>
          <a:ln>
            <a:noFill/>
          </a:ln>
        </p:spPr>
      </p:pic>
      <p:pic>
        <p:nvPicPr>
          <p:cNvPr id="6" name="Google Shape;153;p23">
            <a:extLst>
              <a:ext uri="{FF2B5EF4-FFF2-40B4-BE49-F238E27FC236}">
                <a16:creationId xmlns:a16="http://schemas.microsoft.com/office/drawing/2014/main" id="{A9653F75-001B-5E8A-86A5-32408CDDF277}"/>
              </a:ext>
            </a:extLst>
          </p:cNvPr>
          <p:cNvPicPr preferRelativeResize="0"/>
          <p:nvPr/>
        </p:nvPicPr>
        <p:blipFill rotWithShape="1">
          <a:blip r:embed="rId3">
            <a:alphaModFix/>
          </a:blip>
          <a:srcRect t="8991"/>
          <a:stretch/>
        </p:blipFill>
        <p:spPr>
          <a:xfrm>
            <a:off x="2466848" y="2719922"/>
            <a:ext cx="1900075" cy="607075"/>
          </a:xfrm>
          <a:prstGeom prst="rect">
            <a:avLst/>
          </a:prstGeom>
          <a:noFill/>
          <a:ln>
            <a:noFill/>
          </a:ln>
        </p:spPr>
      </p:pic>
    </p:spTree>
    <p:extLst>
      <p:ext uri="{BB962C8B-B14F-4D97-AF65-F5344CB8AC3E}">
        <p14:creationId xmlns:p14="http://schemas.microsoft.com/office/powerpoint/2010/main" val="888287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5ED64-8359-DC77-E585-E482EBFAA9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19D9CE-1FD6-1D5C-242E-2E68FE5D348A}"/>
              </a:ext>
            </a:extLst>
          </p:cNvPr>
          <p:cNvSpPr>
            <a:spLocks noGrp="1"/>
          </p:cNvSpPr>
          <p:nvPr>
            <p:ph type="title"/>
          </p:nvPr>
        </p:nvSpPr>
        <p:spPr/>
        <p:txBody>
          <a:bodyPr/>
          <a:lstStyle/>
          <a:p>
            <a:r>
              <a:rPr lang="es-ES" dirty="0"/>
              <a:t>Repositorio</a:t>
            </a:r>
            <a:endParaRPr lang="es-PE" dirty="0"/>
          </a:p>
        </p:txBody>
      </p:sp>
      <p:sp>
        <p:nvSpPr>
          <p:cNvPr id="3" name="Marcador de número de diapositiva 2">
            <a:extLst>
              <a:ext uri="{FF2B5EF4-FFF2-40B4-BE49-F238E27FC236}">
                <a16:creationId xmlns:a16="http://schemas.microsoft.com/office/drawing/2014/main" id="{1DE59FAF-A22B-B936-4325-C1DD48E12D61}"/>
              </a:ext>
            </a:extLst>
          </p:cNvPr>
          <p:cNvSpPr>
            <a:spLocks noGrp="1"/>
          </p:cNvSpPr>
          <p:nvPr>
            <p:ph type="sldNum" idx="12"/>
          </p:nvPr>
        </p:nvSpPr>
        <p:spPr/>
        <p:txBody>
          <a:bodyPr/>
          <a:lstStyle/>
          <a:p>
            <a:fld id="{52A29C8B-5F70-8945-A2A6-FBD7A17156DB}" type="slidenum">
              <a:rPr lang="es-PE" smtClean="0"/>
              <a:pPr/>
              <a:t>12</a:t>
            </a:fld>
            <a:endParaRPr lang="es-PE"/>
          </a:p>
        </p:txBody>
      </p:sp>
      <p:sp>
        <p:nvSpPr>
          <p:cNvPr id="4" name="Marcador de contenido 3">
            <a:extLst>
              <a:ext uri="{FF2B5EF4-FFF2-40B4-BE49-F238E27FC236}">
                <a16:creationId xmlns:a16="http://schemas.microsoft.com/office/drawing/2014/main" id="{702DE6F2-F9B3-53E9-5DBD-6FAEB160CF19}"/>
              </a:ext>
            </a:extLst>
          </p:cNvPr>
          <p:cNvSpPr>
            <a:spLocks noGrp="1"/>
          </p:cNvSpPr>
          <p:nvPr>
            <p:ph idx="1"/>
          </p:nvPr>
        </p:nvSpPr>
        <p:spPr/>
        <p:txBody>
          <a:bodyPr/>
          <a:lstStyle/>
          <a:p>
            <a:r>
              <a:rPr lang="es-ES" dirty="0"/>
              <a:t>Se crea el método </a:t>
            </a:r>
            <a:r>
              <a:rPr lang="es-ES" b="1" dirty="0" err="1"/>
              <a:t>obtenerEmpleadoPorPais</a:t>
            </a:r>
            <a:r>
              <a:rPr lang="es-ES" b="1" dirty="0"/>
              <a:t> </a:t>
            </a:r>
            <a:r>
              <a:rPr lang="es-ES" dirty="0"/>
              <a:t>en el repositorio del empleado para poder obtener la información.</a:t>
            </a:r>
          </a:p>
          <a:p>
            <a:endParaRPr lang="es-PE" dirty="0"/>
          </a:p>
        </p:txBody>
      </p:sp>
      <p:pic>
        <p:nvPicPr>
          <p:cNvPr id="5" name="Google Shape;161;p24">
            <a:extLst>
              <a:ext uri="{FF2B5EF4-FFF2-40B4-BE49-F238E27FC236}">
                <a16:creationId xmlns:a16="http://schemas.microsoft.com/office/drawing/2014/main" id="{D1C66A74-3CB2-5572-036A-404369A05E21}"/>
              </a:ext>
            </a:extLst>
          </p:cNvPr>
          <p:cNvPicPr preferRelativeResize="0"/>
          <p:nvPr/>
        </p:nvPicPr>
        <p:blipFill>
          <a:blip r:embed="rId2">
            <a:alphaModFix/>
          </a:blip>
          <a:stretch>
            <a:fillRect/>
          </a:stretch>
        </p:blipFill>
        <p:spPr>
          <a:xfrm>
            <a:off x="1306286" y="2550738"/>
            <a:ext cx="9144001" cy="2686836"/>
          </a:xfrm>
          <a:prstGeom prst="rect">
            <a:avLst/>
          </a:prstGeom>
          <a:noFill/>
          <a:ln>
            <a:noFill/>
          </a:ln>
        </p:spPr>
      </p:pic>
    </p:spTree>
    <p:extLst>
      <p:ext uri="{BB962C8B-B14F-4D97-AF65-F5344CB8AC3E}">
        <p14:creationId xmlns:p14="http://schemas.microsoft.com/office/powerpoint/2010/main" val="45487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E9C0A-BA19-83DC-BCEF-EE6D2E3695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137256-16F6-21BF-DC76-B331C2C44812}"/>
              </a:ext>
            </a:extLst>
          </p:cNvPr>
          <p:cNvSpPr>
            <a:spLocks noGrp="1"/>
          </p:cNvSpPr>
          <p:nvPr>
            <p:ph type="title"/>
          </p:nvPr>
        </p:nvSpPr>
        <p:spPr/>
        <p:txBody>
          <a:bodyPr/>
          <a:lstStyle/>
          <a:p>
            <a:r>
              <a:rPr lang="es-ES" dirty="0"/>
              <a:t>Controlador</a:t>
            </a:r>
            <a:endParaRPr lang="es-PE" dirty="0"/>
          </a:p>
        </p:txBody>
      </p:sp>
      <p:sp>
        <p:nvSpPr>
          <p:cNvPr id="3" name="Marcador de número de diapositiva 2">
            <a:extLst>
              <a:ext uri="{FF2B5EF4-FFF2-40B4-BE49-F238E27FC236}">
                <a16:creationId xmlns:a16="http://schemas.microsoft.com/office/drawing/2014/main" id="{AB861989-0563-4249-97FB-BE1D2FF2B17B}"/>
              </a:ext>
            </a:extLst>
          </p:cNvPr>
          <p:cNvSpPr>
            <a:spLocks noGrp="1"/>
          </p:cNvSpPr>
          <p:nvPr>
            <p:ph type="sldNum" idx="12"/>
          </p:nvPr>
        </p:nvSpPr>
        <p:spPr/>
        <p:txBody>
          <a:bodyPr/>
          <a:lstStyle/>
          <a:p>
            <a:fld id="{52A29C8B-5F70-8945-A2A6-FBD7A17156DB}" type="slidenum">
              <a:rPr lang="es-PE" smtClean="0"/>
              <a:pPr/>
              <a:t>13</a:t>
            </a:fld>
            <a:endParaRPr lang="es-PE"/>
          </a:p>
        </p:txBody>
      </p:sp>
      <p:sp>
        <p:nvSpPr>
          <p:cNvPr id="4" name="Marcador de contenido 3">
            <a:extLst>
              <a:ext uri="{FF2B5EF4-FFF2-40B4-BE49-F238E27FC236}">
                <a16:creationId xmlns:a16="http://schemas.microsoft.com/office/drawing/2014/main" id="{CDED7109-1AB5-E936-12FD-B6B3B2AC9C6B}"/>
              </a:ext>
            </a:extLst>
          </p:cNvPr>
          <p:cNvSpPr>
            <a:spLocks noGrp="1"/>
          </p:cNvSpPr>
          <p:nvPr>
            <p:ph idx="1"/>
          </p:nvPr>
        </p:nvSpPr>
        <p:spPr/>
        <p:txBody>
          <a:bodyPr/>
          <a:lstStyle/>
          <a:p>
            <a:r>
              <a:rPr lang="es-ES" dirty="0"/>
              <a:t>Se envía la lista de empleados por país obtenida del repositorio a la vista.</a:t>
            </a:r>
          </a:p>
          <a:p>
            <a:endParaRPr lang="es-PE" dirty="0"/>
          </a:p>
        </p:txBody>
      </p:sp>
      <p:pic>
        <p:nvPicPr>
          <p:cNvPr id="5" name="Google Shape;170;p25">
            <a:extLst>
              <a:ext uri="{FF2B5EF4-FFF2-40B4-BE49-F238E27FC236}">
                <a16:creationId xmlns:a16="http://schemas.microsoft.com/office/drawing/2014/main" id="{AD42145C-AFF9-90FE-DFAE-9CF1E7964838}"/>
              </a:ext>
            </a:extLst>
          </p:cNvPr>
          <p:cNvPicPr preferRelativeResize="0"/>
          <p:nvPr/>
        </p:nvPicPr>
        <p:blipFill>
          <a:blip r:embed="rId2">
            <a:alphaModFix/>
          </a:blip>
          <a:stretch>
            <a:fillRect/>
          </a:stretch>
        </p:blipFill>
        <p:spPr>
          <a:xfrm>
            <a:off x="1563189" y="2792255"/>
            <a:ext cx="8839200" cy="1510388"/>
          </a:xfrm>
          <a:prstGeom prst="rect">
            <a:avLst/>
          </a:prstGeom>
          <a:noFill/>
          <a:ln>
            <a:noFill/>
          </a:ln>
        </p:spPr>
      </p:pic>
      <p:sp>
        <p:nvSpPr>
          <p:cNvPr id="6" name="Google Shape;171;p25">
            <a:extLst>
              <a:ext uri="{FF2B5EF4-FFF2-40B4-BE49-F238E27FC236}">
                <a16:creationId xmlns:a16="http://schemas.microsoft.com/office/drawing/2014/main" id="{019F94A2-85EF-8D32-E3E0-EA00FEA192C9}"/>
              </a:ext>
            </a:extLst>
          </p:cNvPr>
          <p:cNvSpPr/>
          <p:nvPr/>
        </p:nvSpPr>
        <p:spPr>
          <a:xfrm>
            <a:off x="1563189" y="3615498"/>
            <a:ext cx="328500" cy="2721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065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46A5B-4F62-F6DD-F4F5-52CFAAB378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481D5F-DE60-204D-2873-35BBACB138C8}"/>
              </a:ext>
            </a:extLst>
          </p:cNvPr>
          <p:cNvSpPr>
            <a:spLocks noGrp="1"/>
          </p:cNvSpPr>
          <p:nvPr>
            <p:ph type="title"/>
          </p:nvPr>
        </p:nvSpPr>
        <p:spPr/>
        <p:txBody>
          <a:bodyPr/>
          <a:lstStyle/>
          <a:p>
            <a:r>
              <a:rPr lang="es-ES" dirty="0"/>
              <a:t>Vista</a:t>
            </a:r>
            <a:endParaRPr lang="es-PE" dirty="0"/>
          </a:p>
        </p:txBody>
      </p:sp>
      <p:sp>
        <p:nvSpPr>
          <p:cNvPr id="3" name="Marcador de número de diapositiva 2">
            <a:extLst>
              <a:ext uri="{FF2B5EF4-FFF2-40B4-BE49-F238E27FC236}">
                <a16:creationId xmlns:a16="http://schemas.microsoft.com/office/drawing/2014/main" id="{52E21047-0614-B48C-CC53-23D8D252317F}"/>
              </a:ext>
            </a:extLst>
          </p:cNvPr>
          <p:cNvSpPr>
            <a:spLocks noGrp="1"/>
          </p:cNvSpPr>
          <p:nvPr>
            <p:ph type="sldNum" idx="12"/>
          </p:nvPr>
        </p:nvSpPr>
        <p:spPr/>
        <p:txBody>
          <a:bodyPr/>
          <a:lstStyle/>
          <a:p>
            <a:fld id="{52A29C8B-5F70-8945-A2A6-FBD7A17156DB}" type="slidenum">
              <a:rPr lang="es-PE" smtClean="0"/>
              <a:pPr/>
              <a:t>14</a:t>
            </a:fld>
            <a:endParaRPr lang="es-PE"/>
          </a:p>
        </p:txBody>
      </p:sp>
      <p:sp>
        <p:nvSpPr>
          <p:cNvPr id="4" name="Marcador de contenido 3">
            <a:extLst>
              <a:ext uri="{FF2B5EF4-FFF2-40B4-BE49-F238E27FC236}">
                <a16:creationId xmlns:a16="http://schemas.microsoft.com/office/drawing/2014/main" id="{FDA1EBE4-000F-C681-CA50-57ADC847EA8C}"/>
              </a:ext>
            </a:extLst>
          </p:cNvPr>
          <p:cNvSpPr>
            <a:spLocks noGrp="1"/>
          </p:cNvSpPr>
          <p:nvPr>
            <p:ph idx="1"/>
          </p:nvPr>
        </p:nvSpPr>
        <p:spPr/>
        <p:txBody>
          <a:bodyPr/>
          <a:lstStyle/>
          <a:p>
            <a:r>
              <a:rPr lang="es-ES" dirty="0"/>
              <a:t>Se itera la lista de empleados por país y se muestra en el HTML</a:t>
            </a:r>
          </a:p>
          <a:p>
            <a:endParaRPr lang="es-PE" dirty="0"/>
          </a:p>
        </p:txBody>
      </p:sp>
      <p:pic>
        <p:nvPicPr>
          <p:cNvPr id="5" name="Google Shape;179;p26">
            <a:extLst>
              <a:ext uri="{FF2B5EF4-FFF2-40B4-BE49-F238E27FC236}">
                <a16:creationId xmlns:a16="http://schemas.microsoft.com/office/drawing/2014/main" id="{1C35F80E-2DD4-5E36-F933-B11957AFA4E5}"/>
              </a:ext>
            </a:extLst>
          </p:cNvPr>
          <p:cNvPicPr preferRelativeResize="0"/>
          <p:nvPr/>
        </p:nvPicPr>
        <p:blipFill>
          <a:blip r:embed="rId2">
            <a:alphaModFix/>
          </a:blip>
          <a:stretch>
            <a:fillRect/>
          </a:stretch>
        </p:blipFill>
        <p:spPr>
          <a:xfrm>
            <a:off x="1264917" y="2307151"/>
            <a:ext cx="5762250" cy="2209175"/>
          </a:xfrm>
          <a:prstGeom prst="rect">
            <a:avLst/>
          </a:prstGeom>
          <a:noFill/>
          <a:ln>
            <a:noFill/>
          </a:ln>
        </p:spPr>
      </p:pic>
      <p:pic>
        <p:nvPicPr>
          <p:cNvPr id="6" name="Google Shape;180;p26">
            <a:extLst>
              <a:ext uri="{FF2B5EF4-FFF2-40B4-BE49-F238E27FC236}">
                <a16:creationId xmlns:a16="http://schemas.microsoft.com/office/drawing/2014/main" id="{B3316550-6245-33F3-5A83-3E34C98564DC}"/>
              </a:ext>
            </a:extLst>
          </p:cNvPr>
          <p:cNvPicPr preferRelativeResize="0"/>
          <p:nvPr/>
        </p:nvPicPr>
        <p:blipFill>
          <a:blip r:embed="rId3">
            <a:alphaModFix/>
          </a:blip>
          <a:stretch>
            <a:fillRect/>
          </a:stretch>
        </p:blipFill>
        <p:spPr>
          <a:xfrm>
            <a:off x="7860824" y="2420634"/>
            <a:ext cx="2851175" cy="3159101"/>
          </a:xfrm>
          <a:prstGeom prst="rect">
            <a:avLst/>
          </a:prstGeom>
          <a:noFill/>
          <a:ln>
            <a:noFill/>
          </a:ln>
        </p:spPr>
      </p:pic>
      <p:sp>
        <p:nvSpPr>
          <p:cNvPr id="7" name="Google Shape;181;p26">
            <a:extLst>
              <a:ext uri="{FF2B5EF4-FFF2-40B4-BE49-F238E27FC236}">
                <a16:creationId xmlns:a16="http://schemas.microsoft.com/office/drawing/2014/main" id="{73899510-92DA-1ADB-E656-D136E465854B}"/>
              </a:ext>
            </a:extLst>
          </p:cNvPr>
          <p:cNvSpPr/>
          <p:nvPr/>
        </p:nvSpPr>
        <p:spPr>
          <a:xfrm rot="10800000">
            <a:off x="7755330" y="4516326"/>
            <a:ext cx="187500" cy="1038300"/>
          </a:xfrm>
          <a:prstGeom prst="rightBrace">
            <a:avLst>
              <a:gd name="adj1" fmla="val 50000"/>
              <a:gd name="adj2" fmla="val 50000"/>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6479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0664B76-652C-C7D4-7932-BF6C0DCE006E}"/>
              </a:ext>
            </a:extLst>
          </p:cNvPr>
          <p:cNvSpPr>
            <a:spLocks noGrp="1"/>
          </p:cNvSpPr>
          <p:nvPr>
            <p:ph type="title"/>
          </p:nvPr>
        </p:nvSpPr>
        <p:spPr/>
        <p:txBody>
          <a:bodyPr/>
          <a:lstStyle/>
          <a:p>
            <a:r>
              <a:rPr lang="es-ES" dirty="0"/>
              <a:t>DTO con parámetros</a:t>
            </a:r>
            <a:endParaRPr lang="es-PE" dirty="0"/>
          </a:p>
        </p:txBody>
      </p:sp>
    </p:spTree>
    <p:extLst>
      <p:ext uri="{BB962C8B-B14F-4D97-AF65-F5344CB8AC3E}">
        <p14:creationId xmlns:p14="http://schemas.microsoft.com/office/powerpoint/2010/main" val="1592505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FAEDB-73D0-F3E0-4E89-2A5E28EB34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AC485C-44A7-2C2F-2862-166F5B30ECDF}"/>
              </a:ext>
            </a:extLst>
          </p:cNvPr>
          <p:cNvSpPr>
            <a:spLocks noGrp="1"/>
          </p:cNvSpPr>
          <p:nvPr>
            <p:ph type="title"/>
          </p:nvPr>
        </p:nvSpPr>
        <p:spPr/>
        <p:txBody>
          <a:bodyPr/>
          <a:lstStyle/>
          <a:p>
            <a:r>
              <a:rPr lang="es-ES" dirty="0"/>
              <a:t>DTO con parámetros</a:t>
            </a:r>
            <a:endParaRPr lang="es-PE" dirty="0"/>
          </a:p>
        </p:txBody>
      </p:sp>
      <p:sp>
        <p:nvSpPr>
          <p:cNvPr id="3" name="Marcador de número de diapositiva 2">
            <a:extLst>
              <a:ext uri="{FF2B5EF4-FFF2-40B4-BE49-F238E27FC236}">
                <a16:creationId xmlns:a16="http://schemas.microsoft.com/office/drawing/2014/main" id="{93788FAD-C619-0538-132C-452D3900844B}"/>
              </a:ext>
            </a:extLst>
          </p:cNvPr>
          <p:cNvSpPr>
            <a:spLocks noGrp="1"/>
          </p:cNvSpPr>
          <p:nvPr>
            <p:ph type="sldNum" idx="12"/>
          </p:nvPr>
        </p:nvSpPr>
        <p:spPr/>
        <p:txBody>
          <a:bodyPr/>
          <a:lstStyle/>
          <a:p>
            <a:fld id="{52A29C8B-5F70-8945-A2A6-FBD7A17156DB}" type="slidenum">
              <a:rPr lang="es-PE" smtClean="0"/>
              <a:pPr/>
              <a:t>16</a:t>
            </a:fld>
            <a:endParaRPr lang="es-PE"/>
          </a:p>
        </p:txBody>
      </p:sp>
      <p:sp>
        <p:nvSpPr>
          <p:cNvPr id="4" name="Marcador de contenido 3">
            <a:extLst>
              <a:ext uri="{FF2B5EF4-FFF2-40B4-BE49-F238E27FC236}">
                <a16:creationId xmlns:a16="http://schemas.microsoft.com/office/drawing/2014/main" id="{D68147F9-6621-75AD-4587-C7A2D8EE567F}"/>
              </a:ext>
            </a:extLst>
          </p:cNvPr>
          <p:cNvSpPr>
            <a:spLocks noGrp="1"/>
          </p:cNvSpPr>
          <p:nvPr>
            <p:ph idx="1"/>
          </p:nvPr>
        </p:nvSpPr>
        <p:spPr/>
        <p:txBody>
          <a:bodyPr>
            <a:normAutofit/>
          </a:bodyPr>
          <a:lstStyle/>
          <a:p>
            <a:pPr marL="0" lvl="0" indent="0">
              <a:spcBef>
                <a:spcPts val="0"/>
              </a:spcBef>
              <a:buNone/>
            </a:pPr>
            <a:r>
              <a:rPr lang="es-ES" sz="2000" dirty="0"/>
              <a:t>Las consultas que se realizan y usan </a:t>
            </a:r>
            <a:r>
              <a:rPr lang="es-ES" sz="2000" dirty="0" err="1"/>
              <a:t>DTOs</a:t>
            </a:r>
            <a:r>
              <a:rPr lang="es-ES" sz="2000" dirty="0"/>
              <a:t> para transferir información también soportan el envío de parámetros en su sentencia SQL. </a:t>
            </a:r>
          </a:p>
          <a:p>
            <a:pPr marL="0" lvl="0" indent="0">
              <a:spcBef>
                <a:spcPts val="1600"/>
              </a:spcBef>
              <a:spcAft>
                <a:spcPts val="1600"/>
              </a:spcAft>
              <a:buNone/>
            </a:pPr>
            <a:r>
              <a:rPr lang="es-ES" sz="2000" dirty="0"/>
              <a:t>Por ejemplo, buscar la cantidad de empleados por país, según el país que se envíe. En la parte inferior se prueba con el país  ‘USA’.</a:t>
            </a:r>
          </a:p>
          <a:p>
            <a:endParaRPr lang="es-PE" sz="2000" dirty="0"/>
          </a:p>
        </p:txBody>
      </p:sp>
      <p:pic>
        <p:nvPicPr>
          <p:cNvPr id="5" name="Google Shape;195;p28">
            <a:extLst>
              <a:ext uri="{FF2B5EF4-FFF2-40B4-BE49-F238E27FC236}">
                <a16:creationId xmlns:a16="http://schemas.microsoft.com/office/drawing/2014/main" id="{7828573A-CA4A-E310-B2EB-3207C99A470E}"/>
              </a:ext>
            </a:extLst>
          </p:cNvPr>
          <p:cNvPicPr preferRelativeResize="0"/>
          <p:nvPr/>
        </p:nvPicPr>
        <p:blipFill>
          <a:blip r:embed="rId2">
            <a:alphaModFix/>
          </a:blip>
          <a:stretch>
            <a:fillRect/>
          </a:stretch>
        </p:blipFill>
        <p:spPr>
          <a:xfrm>
            <a:off x="2897441" y="2993205"/>
            <a:ext cx="6239676" cy="2336775"/>
          </a:xfrm>
          <a:prstGeom prst="rect">
            <a:avLst/>
          </a:prstGeom>
          <a:noFill/>
          <a:ln>
            <a:noFill/>
          </a:ln>
        </p:spPr>
      </p:pic>
    </p:spTree>
    <p:extLst>
      <p:ext uri="{BB962C8B-B14F-4D97-AF65-F5344CB8AC3E}">
        <p14:creationId xmlns:p14="http://schemas.microsoft.com/office/powerpoint/2010/main" val="2260374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79ADA-27ED-FD33-0C48-E4EA4CC406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A62EEA-A22B-8995-70B6-332C159EFCBF}"/>
              </a:ext>
            </a:extLst>
          </p:cNvPr>
          <p:cNvSpPr>
            <a:spLocks noGrp="1"/>
          </p:cNvSpPr>
          <p:nvPr>
            <p:ph type="title"/>
          </p:nvPr>
        </p:nvSpPr>
        <p:spPr/>
        <p:txBody>
          <a:bodyPr/>
          <a:lstStyle/>
          <a:p>
            <a:r>
              <a:rPr lang="es-ES" dirty="0"/>
              <a:t>DTO</a:t>
            </a:r>
            <a:endParaRPr lang="es-PE" dirty="0"/>
          </a:p>
        </p:txBody>
      </p:sp>
      <p:sp>
        <p:nvSpPr>
          <p:cNvPr id="3" name="Marcador de número de diapositiva 2">
            <a:extLst>
              <a:ext uri="{FF2B5EF4-FFF2-40B4-BE49-F238E27FC236}">
                <a16:creationId xmlns:a16="http://schemas.microsoft.com/office/drawing/2014/main" id="{3B5ACCBE-A8DF-F293-9AFA-1BDCCCC75610}"/>
              </a:ext>
            </a:extLst>
          </p:cNvPr>
          <p:cNvSpPr>
            <a:spLocks noGrp="1"/>
          </p:cNvSpPr>
          <p:nvPr>
            <p:ph type="sldNum" idx="12"/>
          </p:nvPr>
        </p:nvSpPr>
        <p:spPr/>
        <p:txBody>
          <a:bodyPr/>
          <a:lstStyle/>
          <a:p>
            <a:fld id="{52A29C8B-5F70-8945-A2A6-FBD7A17156DB}" type="slidenum">
              <a:rPr lang="es-PE" smtClean="0"/>
              <a:pPr/>
              <a:t>17</a:t>
            </a:fld>
            <a:endParaRPr lang="es-PE"/>
          </a:p>
        </p:txBody>
      </p:sp>
      <p:sp>
        <p:nvSpPr>
          <p:cNvPr id="4" name="Marcador de contenido 3">
            <a:extLst>
              <a:ext uri="{FF2B5EF4-FFF2-40B4-BE49-F238E27FC236}">
                <a16:creationId xmlns:a16="http://schemas.microsoft.com/office/drawing/2014/main" id="{5B4F7238-6114-2EB3-54E7-DC9117A0A607}"/>
              </a:ext>
            </a:extLst>
          </p:cNvPr>
          <p:cNvSpPr>
            <a:spLocks noGrp="1"/>
          </p:cNvSpPr>
          <p:nvPr>
            <p:ph idx="1"/>
          </p:nvPr>
        </p:nvSpPr>
        <p:spPr/>
        <p:txBody>
          <a:bodyPr/>
          <a:lstStyle/>
          <a:p>
            <a:r>
              <a:rPr lang="es-ES" dirty="0"/>
              <a:t>El DTO </a:t>
            </a:r>
            <a:r>
              <a:rPr lang="es-ES" b="1" dirty="0" err="1"/>
              <a:t>EmpleadosPorPaisDto</a:t>
            </a:r>
            <a:r>
              <a:rPr lang="es-ES" b="1" dirty="0"/>
              <a:t> </a:t>
            </a:r>
            <a:r>
              <a:rPr lang="es-ES" dirty="0"/>
              <a:t>se volverá a utilizar pues sus campos no han variado y coinciden con el resultado de la consulta. No se agrega nada aquí.</a:t>
            </a:r>
          </a:p>
          <a:p>
            <a:endParaRPr lang="es-PE" dirty="0"/>
          </a:p>
        </p:txBody>
      </p:sp>
      <p:pic>
        <p:nvPicPr>
          <p:cNvPr id="5" name="Google Shape;203;p29">
            <a:extLst>
              <a:ext uri="{FF2B5EF4-FFF2-40B4-BE49-F238E27FC236}">
                <a16:creationId xmlns:a16="http://schemas.microsoft.com/office/drawing/2014/main" id="{AB801440-1F4D-EDC0-81A0-52E859E63066}"/>
              </a:ext>
            </a:extLst>
          </p:cNvPr>
          <p:cNvPicPr preferRelativeResize="0"/>
          <p:nvPr/>
        </p:nvPicPr>
        <p:blipFill>
          <a:blip r:embed="rId2">
            <a:alphaModFix/>
          </a:blip>
          <a:stretch>
            <a:fillRect/>
          </a:stretch>
        </p:blipFill>
        <p:spPr>
          <a:xfrm>
            <a:off x="3876675" y="3386202"/>
            <a:ext cx="4438650" cy="1047750"/>
          </a:xfrm>
          <a:prstGeom prst="rect">
            <a:avLst/>
          </a:prstGeom>
          <a:noFill/>
          <a:ln>
            <a:noFill/>
          </a:ln>
        </p:spPr>
      </p:pic>
    </p:spTree>
    <p:extLst>
      <p:ext uri="{BB962C8B-B14F-4D97-AF65-F5344CB8AC3E}">
        <p14:creationId xmlns:p14="http://schemas.microsoft.com/office/powerpoint/2010/main" val="3700503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9C19F-7322-1E70-7C2A-2548E5CEE1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03B308-010D-A4C6-3681-BB4091206499}"/>
              </a:ext>
            </a:extLst>
          </p:cNvPr>
          <p:cNvSpPr>
            <a:spLocks noGrp="1"/>
          </p:cNvSpPr>
          <p:nvPr>
            <p:ph type="title"/>
          </p:nvPr>
        </p:nvSpPr>
        <p:spPr/>
        <p:txBody>
          <a:bodyPr/>
          <a:lstStyle/>
          <a:p>
            <a:r>
              <a:rPr lang="es-ES" dirty="0"/>
              <a:t>Repositorio</a:t>
            </a:r>
            <a:endParaRPr lang="es-PE" dirty="0"/>
          </a:p>
        </p:txBody>
      </p:sp>
      <p:sp>
        <p:nvSpPr>
          <p:cNvPr id="3" name="Marcador de número de diapositiva 2">
            <a:extLst>
              <a:ext uri="{FF2B5EF4-FFF2-40B4-BE49-F238E27FC236}">
                <a16:creationId xmlns:a16="http://schemas.microsoft.com/office/drawing/2014/main" id="{1FEB79C7-21DC-4CA4-4C15-A68FA23F8F0B}"/>
              </a:ext>
            </a:extLst>
          </p:cNvPr>
          <p:cNvSpPr>
            <a:spLocks noGrp="1"/>
          </p:cNvSpPr>
          <p:nvPr>
            <p:ph type="sldNum" idx="12"/>
          </p:nvPr>
        </p:nvSpPr>
        <p:spPr/>
        <p:txBody>
          <a:bodyPr/>
          <a:lstStyle/>
          <a:p>
            <a:fld id="{52A29C8B-5F70-8945-A2A6-FBD7A17156DB}" type="slidenum">
              <a:rPr lang="es-PE" smtClean="0"/>
              <a:pPr/>
              <a:t>18</a:t>
            </a:fld>
            <a:endParaRPr lang="es-PE"/>
          </a:p>
        </p:txBody>
      </p:sp>
      <p:sp>
        <p:nvSpPr>
          <p:cNvPr id="4" name="Marcador de contenido 3">
            <a:extLst>
              <a:ext uri="{FF2B5EF4-FFF2-40B4-BE49-F238E27FC236}">
                <a16:creationId xmlns:a16="http://schemas.microsoft.com/office/drawing/2014/main" id="{D5DEB5E3-D249-A58E-366C-F884571A6616}"/>
              </a:ext>
            </a:extLst>
          </p:cNvPr>
          <p:cNvSpPr>
            <a:spLocks noGrp="1"/>
          </p:cNvSpPr>
          <p:nvPr>
            <p:ph idx="1"/>
          </p:nvPr>
        </p:nvSpPr>
        <p:spPr/>
        <p:txBody>
          <a:bodyPr/>
          <a:lstStyle/>
          <a:p>
            <a:r>
              <a:rPr lang="es-ES" dirty="0"/>
              <a:t>Se </a:t>
            </a:r>
            <a:r>
              <a:rPr lang="es-ES" b="1" dirty="0"/>
              <a:t>sobrecarga </a:t>
            </a:r>
            <a:r>
              <a:rPr lang="es-ES" dirty="0"/>
              <a:t>el método </a:t>
            </a:r>
            <a:r>
              <a:rPr lang="es-ES" b="1" dirty="0" err="1"/>
              <a:t>obtenerEmpleadoPorPais</a:t>
            </a:r>
            <a:r>
              <a:rPr lang="es-ES" dirty="0"/>
              <a:t>, enviándole el nombre del país como parámetro de entrada</a:t>
            </a:r>
            <a:r>
              <a:rPr lang="es-ES" b="1" dirty="0"/>
              <a:t>.</a:t>
            </a:r>
            <a:endParaRPr lang="es-ES" dirty="0"/>
          </a:p>
          <a:p>
            <a:endParaRPr lang="es-PE" dirty="0"/>
          </a:p>
        </p:txBody>
      </p:sp>
      <p:pic>
        <p:nvPicPr>
          <p:cNvPr id="5" name="Google Shape;211;p30">
            <a:extLst>
              <a:ext uri="{FF2B5EF4-FFF2-40B4-BE49-F238E27FC236}">
                <a16:creationId xmlns:a16="http://schemas.microsoft.com/office/drawing/2014/main" id="{10AE7B5C-575F-0229-CCE9-C1C94103B13D}"/>
              </a:ext>
            </a:extLst>
          </p:cNvPr>
          <p:cNvPicPr preferRelativeResize="0"/>
          <p:nvPr/>
        </p:nvPicPr>
        <p:blipFill>
          <a:blip r:embed="rId2">
            <a:alphaModFix/>
          </a:blip>
          <a:stretch>
            <a:fillRect/>
          </a:stretch>
        </p:blipFill>
        <p:spPr>
          <a:xfrm>
            <a:off x="1676400" y="2850179"/>
            <a:ext cx="8839199" cy="1358799"/>
          </a:xfrm>
          <a:prstGeom prst="rect">
            <a:avLst/>
          </a:prstGeom>
          <a:noFill/>
          <a:ln>
            <a:noFill/>
          </a:ln>
        </p:spPr>
      </p:pic>
      <p:sp>
        <p:nvSpPr>
          <p:cNvPr id="6" name="Google Shape;212;p30">
            <a:extLst>
              <a:ext uri="{FF2B5EF4-FFF2-40B4-BE49-F238E27FC236}">
                <a16:creationId xmlns:a16="http://schemas.microsoft.com/office/drawing/2014/main" id="{F04484A4-0FD1-64BA-8CAC-1E3014DF60A0}"/>
              </a:ext>
            </a:extLst>
          </p:cNvPr>
          <p:cNvSpPr/>
          <p:nvPr/>
        </p:nvSpPr>
        <p:spPr>
          <a:xfrm>
            <a:off x="10328100" y="3490411"/>
            <a:ext cx="187500" cy="572700"/>
          </a:xfrm>
          <a:prstGeom prst="rightBrace">
            <a:avLst>
              <a:gd name="adj1" fmla="val 50000"/>
              <a:gd name="adj2" fmla="val 50000"/>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4422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AF19-05EC-56E5-1524-1C9B980EF19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34524A-1763-05C4-57CE-0BF753F02239}"/>
              </a:ext>
            </a:extLst>
          </p:cNvPr>
          <p:cNvSpPr>
            <a:spLocks noGrp="1"/>
          </p:cNvSpPr>
          <p:nvPr>
            <p:ph type="title"/>
          </p:nvPr>
        </p:nvSpPr>
        <p:spPr/>
        <p:txBody>
          <a:bodyPr/>
          <a:lstStyle/>
          <a:p>
            <a:r>
              <a:rPr lang="es-ES" dirty="0"/>
              <a:t>Controlador</a:t>
            </a:r>
            <a:endParaRPr lang="es-PE" dirty="0"/>
          </a:p>
        </p:txBody>
      </p:sp>
      <p:sp>
        <p:nvSpPr>
          <p:cNvPr id="3" name="Marcador de número de diapositiva 2">
            <a:extLst>
              <a:ext uri="{FF2B5EF4-FFF2-40B4-BE49-F238E27FC236}">
                <a16:creationId xmlns:a16="http://schemas.microsoft.com/office/drawing/2014/main" id="{1F437987-4FCF-226B-25E9-2DFE32F73FCA}"/>
              </a:ext>
            </a:extLst>
          </p:cNvPr>
          <p:cNvSpPr>
            <a:spLocks noGrp="1"/>
          </p:cNvSpPr>
          <p:nvPr>
            <p:ph type="sldNum" idx="12"/>
          </p:nvPr>
        </p:nvSpPr>
        <p:spPr/>
        <p:txBody>
          <a:bodyPr/>
          <a:lstStyle/>
          <a:p>
            <a:fld id="{52A29C8B-5F70-8945-A2A6-FBD7A17156DB}" type="slidenum">
              <a:rPr lang="es-PE" smtClean="0"/>
              <a:pPr/>
              <a:t>19</a:t>
            </a:fld>
            <a:endParaRPr lang="es-PE"/>
          </a:p>
        </p:txBody>
      </p:sp>
      <p:sp>
        <p:nvSpPr>
          <p:cNvPr id="4" name="Marcador de contenido 3">
            <a:extLst>
              <a:ext uri="{FF2B5EF4-FFF2-40B4-BE49-F238E27FC236}">
                <a16:creationId xmlns:a16="http://schemas.microsoft.com/office/drawing/2014/main" id="{685D4415-B909-6C75-F951-73225657B328}"/>
              </a:ext>
            </a:extLst>
          </p:cNvPr>
          <p:cNvSpPr>
            <a:spLocks noGrp="1"/>
          </p:cNvSpPr>
          <p:nvPr>
            <p:ph idx="1"/>
          </p:nvPr>
        </p:nvSpPr>
        <p:spPr/>
        <p:txBody>
          <a:bodyPr/>
          <a:lstStyle/>
          <a:p>
            <a:r>
              <a:rPr lang="es-ES" dirty="0"/>
              <a:t>Se recibirá el parámetro a buscar por medio de la URL y se mostrará en la vista </a:t>
            </a:r>
            <a:r>
              <a:rPr lang="es-ES" b="1" dirty="0"/>
              <a:t>empleadosPorPaisFiltrado.html</a:t>
            </a:r>
          </a:p>
          <a:p>
            <a:endParaRPr lang="es-PE" dirty="0"/>
          </a:p>
        </p:txBody>
      </p:sp>
      <p:pic>
        <p:nvPicPr>
          <p:cNvPr id="5" name="Google Shape;220;p31">
            <a:extLst>
              <a:ext uri="{FF2B5EF4-FFF2-40B4-BE49-F238E27FC236}">
                <a16:creationId xmlns:a16="http://schemas.microsoft.com/office/drawing/2014/main" id="{84B3995B-E438-AF31-A9A3-65780AF98670}"/>
              </a:ext>
            </a:extLst>
          </p:cNvPr>
          <p:cNvPicPr preferRelativeResize="0"/>
          <p:nvPr/>
        </p:nvPicPr>
        <p:blipFill>
          <a:blip r:embed="rId2">
            <a:alphaModFix/>
          </a:blip>
          <a:stretch>
            <a:fillRect/>
          </a:stretch>
        </p:blipFill>
        <p:spPr>
          <a:xfrm>
            <a:off x="1676400" y="3004183"/>
            <a:ext cx="8839200" cy="1515762"/>
          </a:xfrm>
          <a:prstGeom prst="rect">
            <a:avLst/>
          </a:prstGeom>
          <a:noFill/>
          <a:ln>
            <a:noFill/>
          </a:ln>
        </p:spPr>
      </p:pic>
    </p:spTree>
    <p:extLst>
      <p:ext uri="{BB962C8B-B14F-4D97-AF65-F5344CB8AC3E}">
        <p14:creationId xmlns:p14="http://schemas.microsoft.com/office/powerpoint/2010/main" val="2534943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D0A32-06C5-7FCC-E6D3-C3A6970004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1F6D21C-2DE9-703F-4121-3AD102F8BD49}"/>
              </a:ext>
            </a:extLst>
          </p:cNvPr>
          <p:cNvSpPr>
            <a:spLocks noGrp="1"/>
          </p:cNvSpPr>
          <p:nvPr>
            <p:ph type="title"/>
          </p:nvPr>
        </p:nvSpPr>
        <p:spPr/>
        <p:txBody>
          <a:bodyPr/>
          <a:lstStyle/>
          <a:p>
            <a:r>
              <a:rPr lang="es-ES" dirty="0"/>
              <a:t>Vista</a:t>
            </a:r>
            <a:endParaRPr lang="es-PE" dirty="0"/>
          </a:p>
        </p:txBody>
      </p:sp>
      <p:sp>
        <p:nvSpPr>
          <p:cNvPr id="3" name="Marcador de número de diapositiva 2">
            <a:extLst>
              <a:ext uri="{FF2B5EF4-FFF2-40B4-BE49-F238E27FC236}">
                <a16:creationId xmlns:a16="http://schemas.microsoft.com/office/drawing/2014/main" id="{2AD9F9F8-9781-08B2-9028-347B12649F84}"/>
              </a:ext>
            </a:extLst>
          </p:cNvPr>
          <p:cNvSpPr>
            <a:spLocks noGrp="1"/>
          </p:cNvSpPr>
          <p:nvPr>
            <p:ph type="sldNum" idx="12"/>
          </p:nvPr>
        </p:nvSpPr>
        <p:spPr/>
        <p:txBody>
          <a:bodyPr/>
          <a:lstStyle/>
          <a:p>
            <a:fld id="{52A29C8B-5F70-8945-A2A6-FBD7A17156DB}" type="slidenum">
              <a:rPr lang="es-PE" smtClean="0"/>
              <a:pPr/>
              <a:t>20</a:t>
            </a:fld>
            <a:endParaRPr lang="es-PE"/>
          </a:p>
        </p:txBody>
      </p:sp>
      <p:sp>
        <p:nvSpPr>
          <p:cNvPr id="4" name="Marcador de contenido 3">
            <a:extLst>
              <a:ext uri="{FF2B5EF4-FFF2-40B4-BE49-F238E27FC236}">
                <a16:creationId xmlns:a16="http://schemas.microsoft.com/office/drawing/2014/main" id="{5D04C1FB-1064-3A7A-C776-EE0A3D36F5DB}"/>
              </a:ext>
            </a:extLst>
          </p:cNvPr>
          <p:cNvSpPr>
            <a:spLocks noGrp="1"/>
          </p:cNvSpPr>
          <p:nvPr>
            <p:ph idx="1"/>
          </p:nvPr>
        </p:nvSpPr>
        <p:spPr/>
        <p:txBody>
          <a:bodyPr/>
          <a:lstStyle/>
          <a:p>
            <a:r>
              <a:rPr lang="es-ES" dirty="0"/>
              <a:t>Se itera la lista de empleados por país recibida del controlador y se muestra en el HTML</a:t>
            </a:r>
          </a:p>
          <a:p>
            <a:endParaRPr lang="es-PE" dirty="0"/>
          </a:p>
        </p:txBody>
      </p:sp>
      <p:pic>
        <p:nvPicPr>
          <p:cNvPr id="5" name="Google Shape;228;p32">
            <a:extLst>
              <a:ext uri="{FF2B5EF4-FFF2-40B4-BE49-F238E27FC236}">
                <a16:creationId xmlns:a16="http://schemas.microsoft.com/office/drawing/2014/main" id="{0B54D185-826E-0D01-3233-CACF8A556C62}"/>
              </a:ext>
            </a:extLst>
          </p:cNvPr>
          <p:cNvPicPr preferRelativeResize="0"/>
          <p:nvPr/>
        </p:nvPicPr>
        <p:blipFill>
          <a:blip r:embed="rId2">
            <a:alphaModFix/>
          </a:blip>
          <a:stretch>
            <a:fillRect/>
          </a:stretch>
        </p:blipFill>
        <p:spPr>
          <a:xfrm>
            <a:off x="1045960" y="2833885"/>
            <a:ext cx="5570600" cy="2036750"/>
          </a:xfrm>
          <a:prstGeom prst="rect">
            <a:avLst/>
          </a:prstGeom>
          <a:noFill/>
          <a:ln>
            <a:noFill/>
          </a:ln>
        </p:spPr>
      </p:pic>
      <p:pic>
        <p:nvPicPr>
          <p:cNvPr id="6" name="Google Shape;229;p32">
            <a:extLst>
              <a:ext uri="{FF2B5EF4-FFF2-40B4-BE49-F238E27FC236}">
                <a16:creationId xmlns:a16="http://schemas.microsoft.com/office/drawing/2014/main" id="{50EA0F96-A5C2-0969-2323-AADF20550721}"/>
              </a:ext>
            </a:extLst>
          </p:cNvPr>
          <p:cNvPicPr preferRelativeResize="0"/>
          <p:nvPr/>
        </p:nvPicPr>
        <p:blipFill>
          <a:blip r:embed="rId3">
            <a:alphaModFix/>
          </a:blip>
          <a:stretch>
            <a:fillRect/>
          </a:stretch>
        </p:blipFill>
        <p:spPr>
          <a:xfrm>
            <a:off x="7244597" y="2689275"/>
            <a:ext cx="4246062" cy="2410900"/>
          </a:xfrm>
          <a:prstGeom prst="rect">
            <a:avLst/>
          </a:prstGeom>
          <a:noFill/>
          <a:ln>
            <a:noFill/>
          </a:ln>
        </p:spPr>
      </p:pic>
      <p:sp>
        <p:nvSpPr>
          <p:cNvPr id="7" name="Google Shape;230;p32">
            <a:extLst>
              <a:ext uri="{FF2B5EF4-FFF2-40B4-BE49-F238E27FC236}">
                <a16:creationId xmlns:a16="http://schemas.microsoft.com/office/drawing/2014/main" id="{6E003AA4-3405-985E-AB37-BFF523926E42}"/>
              </a:ext>
            </a:extLst>
          </p:cNvPr>
          <p:cNvSpPr/>
          <p:nvPr/>
        </p:nvSpPr>
        <p:spPr>
          <a:xfrm rot="5400000">
            <a:off x="11001510" y="2388975"/>
            <a:ext cx="328500" cy="2721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p32">
            <a:extLst>
              <a:ext uri="{FF2B5EF4-FFF2-40B4-BE49-F238E27FC236}">
                <a16:creationId xmlns:a16="http://schemas.microsoft.com/office/drawing/2014/main" id="{A818ADC4-6418-D124-AC3A-9BDDB0FBFFAC}"/>
              </a:ext>
            </a:extLst>
          </p:cNvPr>
          <p:cNvSpPr/>
          <p:nvPr/>
        </p:nvSpPr>
        <p:spPr>
          <a:xfrm>
            <a:off x="6877260" y="4756925"/>
            <a:ext cx="328500" cy="2721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5174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CBA95E1-05B3-7862-861A-5A19B2392E2E}"/>
              </a:ext>
            </a:extLst>
          </p:cNvPr>
          <p:cNvSpPr>
            <a:spLocks noGrp="1"/>
          </p:cNvSpPr>
          <p:nvPr>
            <p:ph type="dt" sz="half" idx="10"/>
          </p:nvPr>
        </p:nvSpPr>
        <p:spPr/>
        <p:txBody>
          <a:bodyPr/>
          <a:lstStyle/>
          <a:p>
            <a:r>
              <a:rPr lang="es-PE" dirty="0"/>
              <a:t>2025</a:t>
            </a:r>
          </a:p>
        </p:txBody>
      </p:sp>
      <p:sp>
        <p:nvSpPr>
          <p:cNvPr id="3" name="Marcador de pie de página 2">
            <a:extLst>
              <a:ext uri="{FF2B5EF4-FFF2-40B4-BE49-F238E27FC236}">
                <a16:creationId xmlns:a16="http://schemas.microsoft.com/office/drawing/2014/main" id="{29781F75-351A-7BB9-B47B-9E9A14D39A1D}"/>
              </a:ext>
            </a:extLst>
          </p:cNvPr>
          <p:cNvSpPr>
            <a:spLocks noGrp="1"/>
          </p:cNvSpPr>
          <p:nvPr>
            <p:ph type="ftr" sz="quarter" idx="11"/>
          </p:nvPr>
        </p:nvSpPr>
        <p:spPr/>
        <p:txBody>
          <a:bodyPr/>
          <a:lstStyle/>
          <a:p>
            <a:r>
              <a:rPr lang="en-US" dirty="0" err="1"/>
              <a:t>Gestión</a:t>
            </a:r>
            <a:r>
              <a:rPr lang="en-US" dirty="0"/>
              <a:t> de </a:t>
            </a:r>
            <a:r>
              <a:rPr lang="en-US" dirty="0" err="1"/>
              <a:t>Servicios</a:t>
            </a:r>
            <a:r>
              <a:rPr lang="en-US" dirty="0"/>
              <a:t> TICS</a:t>
            </a:r>
            <a:endParaRPr lang="es-PE" dirty="0"/>
          </a:p>
        </p:txBody>
      </p:sp>
      <p:sp>
        <p:nvSpPr>
          <p:cNvPr id="4" name="Marcador de número de diapositiva 3">
            <a:extLst>
              <a:ext uri="{FF2B5EF4-FFF2-40B4-BE49-F238E27FC236}">
                <a16:creationId xmlns:a16="http://schemas.microsoft.com/office/drawing/2014/main" id="{DBD851BB-C346-2F7E-0CC1-6387C2BA7076}"/>
              </a:ext>
            </a:extLst>
          </p:cNvPr>
          <p:cNvSpPr>
            <a:spLocks noGrp="1"/>
          </p:cNvSpPr>
          <p:nvPr>
            <p:ph type="sldNum" sz="quarter" idx="4"/>
          </p:nvPr>
        </p:nvSpPr>
        <p:spPr/>
        <p:txBody>
          <a:bodyPr/>
          <a:lstStyle/>
          <a:p>
            <a:fld id="{52A29C8B-5F70-8945-A2A6-FBD7A17156DB}" type="slidenum">
              <a:rPr lang="es-PE" smtClean="0"/>
              <a:pPr/>
              <a:t>21</a:t>
            </a:fld>
            <a:endParaRPr lang="es-PE"/>
          </a:p>
        </p:txBody>
      </p:sp>
      <p:sp>
        <p:nvSpPr>
          <p:cNvPr id="5" name="Título 4">
            <a:extLst>
              <a:ext uri="{FF2B5EF4-FFF2-40B4-BE49-F238E27FC236}">
                <a16:creationId xmlns:a16="http://schemas.microsoft.com/office/drawing/2014/main" id="{7B04B087-B991-9A22-14AF-55231E85466E}"/>
              </a:ext>
            </a:extLst>
          </p:cNvPr>
          <p:cNvSpPr>
            <a:spLocks noGrp="1"/>
          </p:cNvSpPr>
          <p:nvPr>
            <p:ph type="title"/>
          </p:nvPr>
        </p:nvSpPr>
        <p:spPr/>
        <p:txBody>
          <a:bodyPr/>
          <a:lstStyle/>
          <a:p>
            <a:r>
              <a:rPr lang="es-ES" dirty="0"/>
              <a:t>Vista</a:t>
            </a:r>
            <a:endParaRPr lang="es-PE" dirty="0"/>
          </a:p>
        </p:txBody>
      </p:sp>
      <p:sp>
        <p:nvSpPr>
          <p:cNvPr id="6" name="Marcador de contenido 5">
            <a:extLst>
              <a:ext uri="{FF2B5EF4-FFF2-40B4-BE49-F238E27FC236}">
                <a16:creationId xmlns:a16="http://schemas.microsoft.com/office/drawing/2014/main" id="{6EEC82C2-8E64-D2DC-E887-359A59F98601}"/>
              </a:ext>
            </a:extLst>
          </p:cNvPr>
          <p:cNvSpPr>
            <a:spLocks noGrp="1"/>
          </p:cNvSpPr>
          <p:nvPr>
            <p:ph idx="1"/>
          </p:nvPr>
        </p:nvSpPr>
        <p:spPr/>
        <p:txBody>
          <a:bodyPr/>
          <a:lstStyle/>
          <a:p>
            <a:r>
              <a:rPr lang="es-ES" dirty="0"/>
              <a:t>Se itera la lista de empleados por país recibida del controlador y se muestra en el HTML</a:t>
            </a:r>
          </a:p>
          <a:p>
            <a:endParaRPr lang="es-PE" dirty="0"/>
          </a:p>
        </p:txBody>
      </p:sp>
      <p:pic>
        <p:nvPicPr>
          <p:cNvPr id="7" name="Google Shape;228;p32">
            <a:extLst>
              <a:ext uri="{FF2B5EF4-FFF2-40B4-BE49-F238E27FC236}">
                <a16:creationId xmlns:a16="http://schemas.microsoft.com/office/drawing/2014/main" id="{7F39692A-7CCA-1FC2-2069-B73DD570BF43}"/>
              </a:ext>
            </a:extLst>
          </p:cNvPr>
          <p:cNvPicPr preferRelativeResize="0"/>
          <p:nvPr/>
        </p:nvPicPr>
        <p:blipFill>
          <a:blip r:embed="rId2">
            <a:alphaModFix/>
          </a:blip>
          <a:stretch>
            <a:fillRect/>
          </a:stretch>
        </p:blipFill>
        <p:spPr>
          <a:xfrm>
            <a:off x="1234809" y="3063425"/>
            <a:ext cx="5570600" cy="2036750"/>
          </a:xfrm>
          <a:prstGeom prst="rect">
            <a:avLst/>
          </a:prstGeom>
          <a:noFill/>
          <a:ln>
            <a:noFill/>
          </a:ln>
        </p:spPr>
      </p:pic>
      <p:pic>
        <p:nvPicPr>
          <p:cNvPr id="8" name="Google Shape;229;p32">
            <a:extLst>
              <a:ext uri="{FF2B5EF4-FFF2-40B4-BE49-F238E27FC236}">
                <a16:creationId xmlns:a16="http://schemas.microsoft.com/office/drawing/2014/main" id="{A96C0EFD-C8C2-C155-8223-99573E108723}"/>
              </a:ext>
            </a:extLst>
          </p:cNvPr>
          <p:cNvPicPr preferRelativeResize="0"/>
          <p:nvPr/>
        </p:nvPicPr>
        <p:blipFill>
          <a:blip r:embed="rId3">
            <a:alphaModFix/>
          </a:blip>
          <a:stretch>
            <a:fillRect/>
          </a:stretch>
        </p:blipFill>
        <p:spPr>
          <a:xfrm>
            <a:off x="7433446" y="2918815"/>
            <a:ext cx="4246062" cy="2410900"/>
          </a:xfrm>
          <a:prstGeom prst="rect">
            <a:avLst/>
          </a:prstGeom>
          <a:noFill/>
          <a:ln>
            <a:noFill/>
          </a:ln>
        </p:spPr>
      </p:pic>
      <p:sp>
        <p:nvSpPr>
          <p:cNvPr id="9" name="Google Shape;230;p32">
            <a:extLst>
              <a:ext uri="{FF2B5EF4-FFF2-40B4-BE49-F238E27FC236}">
                <a16:creationId xmlns:a16="http://schemas.microsoft.com/office/drawing/2014/main" id="{1BC5A724-7077-897B-30A7-2B353D3D17C1}"/>
              </a:ext>
            </a:extLst>
          </p:cNvPr>
          <p:cNvSpPr/>
          <p:nvPr/>
        </p:nvSpPr>
        <p:spPr>
          <a:xfrm rot="5400000">
            <a:off x="11190359" y="2618515"/>
            <a:ext cx="328500" cy="2721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p32">
            <a:extLst>
              <a:ext uri="{FF2B5EF4-FFF2-40B4-BE49-F238E27FC236}">
                <a16:creationId xmlns:a16="http://schemas.microsoft.com/office/drawing/2014/main" id="{42947401-AC4A-5EFE-9A9A-0D18D244037A}"/>
              </a:ext>
            </a:extLst>
          </p:cNvPr>
          <p:cNvSpPr/>
          <p:nvPr/>
        </p:nvSpPr>
        <p:spPr>
          <a:xfrm>
            <a:off x="7066109" y="4986465"/>
            <a:ext cx="328500" cy="2721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7565078"/>
      </p:ext>
    </p:extLst>
  </p:cSld>
  <p:clrMapOvr>
    <a:masterClrMapping/>
  </p:clrMapOvr>
</p:sld>
</file>

<file path=ppt/theme/theme1.xml><?xml version="1.0" encoding="utf-8"?>
<a:theme xmlns:a="http://schemas.openxmlformats.org/drawingml/2006/main" name="Tema de Office">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Personalizado 1">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1CEE12FC-EFE8-427F-AFDD-10E13BDA9816}"/>
    </a:ext>
  </a:extLst>
</a:theme>
</file>

<file path=ppt/theme/theme2.xml><?xml version="1.0" encoding="utf-8"?>
<a:theme xmlns:a="http://schemas.openxmlformats.org/drawingml/2006/main" name="1_Tema de Office">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Personalizado 1">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2968A79A-DB5B-4965-B275-611A9275D097}"/>
    </a:ext>
  </a:extLst>
</a:theme>
</file>

<file path=ppt/theme/theme3.xml><?xml version="1.0" encoding="utf-8"?>
<a:theme xmlns:a="http://schemas.openxmlformats.org/drawingml/2006/main" name="Diseño personalizado">
  <a:themeElements>
    <a:clrScheme name="Telecomunicaciones_PPT">
      <a:dk1>
        <a:srgbClr val="002060"/>
      </a:dk1>
      <a:lt1>
        <a:sysClr val="window" lastClr="FFFFFF"/>
      </a:lt1>
      <a:dk2>
        <a:srgbClr val="002D89"/>
      </a:dk2>
      <a:lt2>
        <a:srgbClr val="E7E6E6"/>
      </a:lt2>
      <a:accent1>
        <a:srgbClr val="0096C8"/>
      </a:accent1>
      <a:accent2>
        <a:srgbClr val="0076B3"/>
      </a:accent2>
      <a:accent3>
        <a:srgbClr val="00599D"/>
      </a:accent3>
      <a:accent4>
        <a:srgbClr val="20A4CF"/>
      </a:accent4>
      <a:accent5>
        <a:srgbClr val="40B1D6"/>
      </a:accent5>
      <a:accent6>
        <a:srgbClr val="80CBE4"/>
      </a:accent6>
      <a:hlink>
        <a:srgbClr val="0000FF"/>
      </a:hlink>
      <a:folHlink>
        <a:srgbClr val="40B1D6"/>
      </a:folHlink>
    </a:clrScheme>
    <a:fontScheme name="Montserrat">
      <a:majorFont>
        <a:latin typeface="Montserrat"/>
        <a:ea typeface=""/>
        <a:cs typeface=""/>
      </a:majorFont>
      <a:minorFont>
        <a:latin typeface="Montserrat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_Telecomunicaciones" id="{A23E30A1-E8DD-4AE6-A061-207F236D4813}" vid="{5F575593-E9A2-4645-ABE1-5BD8C9BF19B9}"/>
    </a:ext>
  </a:extLst>
</a:theme>
</file>

<file path=ppt/theme/theme4.xml><?xml version="1.0" encoding="utf-8"?>
<a:theme xmlns:a="http://schemas.openxmlformats.org/drawingml/2006/main" name="Telecom Pucp">
  <a:themeElements>
    <a:clrScheme name="PUCP">
      <a:dk1>
        <a:srgbClr val="191919"/>
      </a:dk1>
      <a:lt1>
        <a:srgbClr val="FFFFFF"/>
      </a:lt1>
      <a:dk2>
        <a:srgbClr val="042354"/>
      </a:dk2>
      <a:lt2>
        <a:srgbClr val="E7EDED"/>
      </a:lt2>
      <a:accent1>
        <a:srgbClr val="2841DD"/>
      </a:accent1>
      <a:accent2>
        <a:srgbClr val="FF9929"/>
      </a:accent2>
      <a:accent3>
        <a:srgbClr val="7F32C8"/>
      </a:accent3>
      <a:accent4>
        <a:srgbClr val="F0AE19"/>
      </a:accent4>
      <a:accent5>
        <a:srgbClr val="0A7BC2"/>
      </a:accent5>
      <a:accent6>
        <a:srgbClr val="16C78E"/>
      </a:accent6>
      <a:hlink>
        <a:srgbClr val="004EA8"/>
      </a:hlink>
      <a:folHlink>
        <a:srgbClr val="C3094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lecom Pucp" id="{04A4479E-36D6-4C66-807A-9F4E8318654E}" vid="{A438D0C6-9502-4DA2-8DE8-05B87C02855A}"/>
    </a:ext>
  </a:extLst>
</a:theme>
</file>

<file path=ppt/theme/theme5.xml><?xml version="1.0" encoding="utf-8"?>
<a:theme xmlns:a="http://schemas.openxmlformats.org/drawingml/2006/main" name="Tema de Office">
  <a:themeElements>
    <a:clrScheme name="Industrial_PPT">
      <a:dk1>
        <a:srgbClr val="002060"/>
      </a:dk1>
      <a:lt1>
        <a:sysClr val="window" lastClr="FFFFFF"/>
      </a:lt1>
      <a:dk2>
        <a:srgbClr val="002D89"/>
      </a:dk2>
      <a:lt2>
        <a:srgbClr val="E7E6E6"/>
      </a:lt2>
      <a:accent1>
        <a:srgbClr val="014EA8"/>
      </a:accent1>
      <a:accent2>
        <a:srgbClr val="00338C"/>
      </a:accent2>
      <a:accent3>
        <a:srgbClr val="001870"/>
      </a:accent3>
      <a:accent4>
        <a:srgbClr val="2165B3"/>
      </a:accent4>
      <a:accent5>
        <a:srgbClr val="417BBE"/>
      </a:accent5>
      <a:accent6>
        <a:srgbClr val="80A7D4"/>
      </a:accent6>
      <a:hlink>
        <a:srgbClr val="0000FF"/>
      </a:hlink>
      <a:folHlink>
        <a:srgbClr val="417BB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ema de Office">
  <a:themeElements>
    <a:clrScheme name="Industrial_PPT">
      <a:dk1>
        <a:srgbClr val="002060"/>
      </a:dk1>
      <a:lt1>
        <a:sysClr val="window" lastClr="FFFFFF"/>
      </a:lt1>
      <a:dk2>
        <a:srgbClr val="002D89"/>
      </a:dk2>
      <a:lt2>
        <a:srgbClr val="E7E6E6"/>
      </a:lt2>
      <a:accent1>
        <a:srgbClr val="014EA8"/>
      </a:accent1>
      <a:accent2>
        <a:srgbClr val="00338C"/>
      </a:accent2>
      <a:accent3>
        <a:srgbClr val="001870"/>
      </a:accent3>
      <a:accent4>
        <a:srgbClr val="2165B3"/>
      </a:accent4>
      <a:accent5>
        <a:srgbClr val="417BBE"/>
      </a:accent5>
      <a:accent6>
        <a:srgbClr val="80A7D4"/>
      </a:accent6>
      <a:hlink>
        <a:srgbClr val="0000FF"/>
      </a:hlink>
      <a:folHlink>
        <a:srgbClr val="417BB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Plantilla_Telecomunicaciones (1)</Template>
  <TotalTime>553</TotalTime>
  <Words>635</Words>
  <Application>Microsoft Office PowerPoint</Application>
  <PresentationFormat>Panorámica</PresentationFormat>
  <Paragraphs>75</Paragraphs>
  <Slides>21</Slides>
  <Notes>0</Notes>
  <HiddenSlides>0</HiddenSlides>
  <MMClips>0</MMClips>
  <ScaleCrop>false</ScaleCrop>
  <HeadingPairs>
    <vt:vector size="6" baseType="variant">
      <vt:variant>
        <vt:lpstr>Fuentes usadas</vt:lpstr>
      </vt:variant>
      <vt:variant>
        <vt:i4>3</vt:i4>
      </vt:variant>
      <vt:variant>
        <vt:lpstr>Tema</vt:lpstr>
      </vt:variant>
      <vt:variant>
        <vt:i4>4</vt:i4>
      </vt:variant>
      <vt:variant>
        <vt:lpstr>Títulos de diapositiva</vt:lpstr>
      </vt:variant>
      <vt:variant>
        <vt:i4>21</vt:i4>
      </vt:variant>
    </vt:vector>
  </HeadingPairs>
  <TitlesOfParts>
    <vt:vector size="28" baseType="lpstr">
      <vt:lpstr>Arial</vt:lpstr>
      <vt:lpstr>Montserrat</vt:lpstr>
      <vt:lpstr>Montserrat Medium</vt:lpstr>
      <vt:lpstr>Tema de Office</vt:lpstr>
      <vt:lpstr>1_Tema de Office</vt:lpstr>
      <vt:lpstr>Diseño personalizado</vt:lpstr>
      <vt:lpstr>Telecom Pucp</vt:lpstr>
      <vt:lpstr>Presentación de PowerPoint</vt:lpstr>
      <vt:lpstr>Spring Data JPA DTO</vt:lpstr>
      <vt:lpstr>DTOs</vt:lpstr>
      <vt:lpstr>Paso Previo – SQL necesario</vt:lpstr>
      <vt:lpstr>DTO</vt:lpstr>
      <vt:lpstr>Repositorio</vt:lpstr>
      <vt:lpstr>Repositorio - cont</vt:lpstr>
      <vt:lpstr>Probando…</vt:lpstr>
      <vt:lpstr>Probando…</vt:lpstr>
      <vt:lpstr>Otro ejemplo</vt:lpstr>
      <vt:lpstr>DTO</vt:lpstr>
      <vt:lpstr>Repositorio</vt:lpstr>
      <vt:lpstr>Controlador</vt:lpstr>
      <vt:lpstr>Vista</vt:lpstr>
      <vt:lpstr>DTO con parámetros</vt:lpstr>
      <vt:lpstr>DTO con parámetros</vt:lpstr>
      <vt:lpstr>DTO</vt:lpstr>
      <vt:lpstr>Repositorio</vt:lpstr>
      <vt:lpstr>Controlador</vt:lpstr>
      <vt:lpstr>Vista</vt:lpstr>
      <vt:lpstr>Vista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Orientada a Objetos &amp; Introducción a Java</dc:title>
  <dc:creator>Brenda Tumbalobos</dc:creator>
  <cp:lastModifiedBy>Brenda Tumbalobos Cubas</cp:lastModifiedBy>
  <cp:revision>25</cp:revision>
  <dcterms:created xsi:type="dcterms:W3CDTF">2023-10-28T21:43:03Z</dcterms:created>
  <dcterms:modified xsi:type="dcterms:W3CDTF">2026-04-14T23:47:52Z</dcterms:modified>
</cp:coreProperties>
</file>