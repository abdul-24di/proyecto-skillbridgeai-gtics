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1"/>
  </p:notesMasterIdLst>
  <p:handoutMasterIdLst>
    <p:handoutMasterId r:id="rId12"/>
  </p:handoutMasterIdLst>
  <p:sldIdLst>
    <p:sldId id="380" r:id="rId5"/>
    <p:sldId id="381" r:id="rId6"/>
    <p:sldId id="382" r:id="rId7"/>
    <p:sldId id="383" r:id="rId8"/>
    <p:sldId id="385" r:id="rId9"/>
    <p:sldId id="384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3792" autoAdjust="0"/>
  </p:normalViewPr>
  <p:slideViewPr>
    <p:cSldViewPr snapToGrid="0" snapToObjects="1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Junio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667096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647835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621284" cy="62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0DA7FA0-AEDE-7939-3264-C2FDF4491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320526"/>
            <a:ext cx="10621284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77525300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0177986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8837992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2754953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7053570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7369038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7140313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69421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pi.verifica.id/v2/consulta/personas" TargetMode="Externa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pi.ateneaperu.com/api/Sunat/RucToken" TargetMode="External"/><Relationship Id="rId2" Type="http://schemas.openxmlformats.org/officeDocument/2006/relationships/hyperlink" Target="https://api.ateneaperu.com/Home/Funci&#243;n" TargetMode="Externa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076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8A0FE-B941-DDC4-5054-783768F80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Consumo de Servicios Web con Spring Boot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948952-1DCB-0C5A-BA37-4D1C2B555D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3822491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DE002-FA38-AFC9-9AAB-E3FAF71D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Servicio REST → </a:t>
            </a:r>
            <a:r>
              <a:rPr lang="es-419" dirty="0" err="1"/>
              <a:t>verifica.id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BBA527E-8941-D471-C2FE-F04D57EB99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2F89D2-C2F0-B774-31A1-8DC749D3B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320526"/>
            <a:ext cx="10621284" cy="4273450"/>
          </a:xfrm>
        </p:spPr>
        <p:txBody>
          <a:bodyPr>
            <a:normAutofit/>
          </a:bodyPr>
          <a:lstStyle/>
          <a:p>
            <a:r>
              <a:rPr lang="es-ES" sz="1800" dirty="0"/>
              <a:t>Si revisa la documentación de consulta.pe para su servicio REST (</a:t>
            </a:r>
            <a:r>
              <a:rPr lang="es-ES" sz="1800" i="1" u="sng" dirty="0">
                <a:solidFill>
                  <a:schemeClr val="accent5"/>
                </a:solidFill>
              </a:rPr>
              <a:t>https://verifica.id/</a:t>
            </a:r>
            <a:r>
              <a:rPr lang="es-ES" sz="1800" dirty="0"/>
              <a:t>), podrá encontrar lo siguiente para la </a:t>
            </a:r>
            <a:r>
              <a:rPr lang="es-ES" sz="1800" b="1" dirty="0"/>
              <a:t>solicitud </a:t>
            </a:r>
            <a:r>
              <a:rPr lang="es-ES" sz="1800" dirty="0"/>
              <a:t>o </a:t>
            </a:r>
            <a:r>
              <a:rPr lang="es-ES" sz="1800" b="1" dirty="0"/>
              <a:t>REQUEST</a:t>
            </a:r>
            <a:r>
              <a:rPr lang="es-ES" sz="1800" dirty="0"/>
              <a:t>:</a:t>
            </a:r>
          </a:p>
          <a:p>
            <a:r>
              <a:rPr lang="es-PE" sz="1800" dirty="0"/>
              <a:t>Para realizar una consulta, envíe una solicitud POST a:</a:t>
            </a:r>
          </a:p>
          <a:p>
            <a:r>
              <a:rPr lang="es-PE" sz="1800" dirty="0">
                <a:solidFill>
                  <a:srgbClr val="212121"/>
                </a:solidFill>
                <a:highlight>
                  <a:srgbClr val="FFFFFF"/>
                </a:highlight>
                <a:latin typeface="Inter"/>
                <a:hlinkClick r:id="rId2"/>
              </a:rPr>
              <a:t>https://api.verifica.id/v2/consulta/personas</a:t>
            </a:r>
            <a:endParaRPr lang="es-PE" sz="1800" dirty="0">
              <a:solidFill>
                <a:srgbClr val="212121"/>
              </a:solidFill>
              <a:highlight>
                <a:srgbClr val="FFFFFF"/>
              </a:highlight>
              <a:latin typeface="Inter"/>
            </a:endParaRPr>
          </a:p>
          <a:p>
            <a:r>
              <a:rPr lang="es-PE" sz="1800" dirty="0">
                <a:solidFill>
                  <a:srgbClr val="212121"/>
                </a:solidFill>
                <a:highlight>
                  <a:srgbClr val="FFFFFF"/>
                </a:highlight>
                <a:latin typeface="Inter"/>
              </a:rPr>
              <a:t>Con el atributo “dni” para la consulta en cuestión (primero debe crearse una cuenta el cual le dará 50 opciones de búsqueda)</a:t>
            </a:r>
          </a:p>
          <a:p>
            <a:endParaRPr lang="es-PE" dirty="0"/>
          </a:p>
          <a:p>
            <a:endParaRPr lang="es-PE" dirty="0"/>
          </a:p>
          <a:p>
            <a:r>
              <a:rPr lang="es-PE" sz="1800" dirty="0"/>
              <a:t>Cabeceras de solicitud				</a:t>
            </a:r>
          </a:p>
          <a:p>
            <a:pPr lvl="1"/>
            <a:r>
              <a:rPr lang="es-PE" sz="1400" dirty="0"/>
              <a:t>"</a:t>
            </a:r>
            <a:r>
              <a:rPr lang="es-PE" sz="1400" dirty="0" err="1"/>
              <a:t>Authorization</a:t>
            </a:r>
            <a:r>
              <a:rPr lang="es-PE" sz="1400" dirty="0"/>
              <a:t>: Bearer {TU-API-KEY}" </a:t>
            </a:r>
          </a:p>
          <a:p>
            <a:pPr lvl="1"/>
            <a:r>
              <a:rPr lang="es-PE" sz="1600" dirty="0" err="1"/>
              <a:t>Params</a:t>
            </a:r>
            <a:r>
              <a:rPr lang="es-PE" sz="1600" dirty="0"/>
              <a:t> </a:t>
            </a:r>
            <a:r>
              <a:rPr lang="es-PE" sz="1600" dirty="0">
                <a:sym typeface="Wingdings" panose="05000000000000000000" pitchFamily="2" charset="2"/>
              </a:rPr>
              <a:t> dni=46285089</a:t>
            </a:r>
            <a:endParaRPr lang="es-PE" sz="1600" dirty="0"/>
          </a:p>
          <a:p>
            <a:endParaRPr lang="es-PE" dirty="0"/>
          </a:p>
        </p:txBody>
      </p:sp>
      <p:pic>
        <p:nvPicPr>
          <p:cNvPr id="5" name="Google Shape;369;p46">
            <a:extLst>
              <a:ext uri="{FF2B5EF4-FFF2-40B4-BE49-F238E27FC236}">
                <a16:creationId xmlns:a16="http://schemas.microsoft.com/office/drawing/2014/main" id="{54672AA1-A4BF-1C70-5943-6D77777F53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7890" b="59654"/>
          <a:stretch/>
        </p:blipFill>
        <p:spPr>
          <a:xfrm>
            <a:off x="2750844" y="3429000"/>
            <a:ext cx="6690311" cy="9092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F9179-A6D2-2788-36D1-89CA3358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Servicio REST → </a:t>
            </a:r>
            <a:r>
              <a:rPr lang="es-419" dirty="0" err="1"/>
              <a:t>verifica.id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4C3995-9F1A-8AB0-2282-2D1580BDC7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59B8A2-FA78-E1C9-066D-1BD5CE886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De igual forma, consulta.pe brinda información para la </a:t>
            </a:r>
            <a:r>
              <a:rPr lang="es-ES" sz="1600" b="1" dirty="0"/>
              <a:t>respuesta </a:t>
            </a:r>
            <a:r>
              <a:rPr lang="es-ES" sz="1600" dirty="0"/>
              <a:t>o </a:t>
            </a:r>
            <a:r>
              <a:rPr lang="es-ES" sz="1600" b="1" dirty="0"/>
              <a:t>RESPONSE</a:t>
            </a:r>
            <a:r>
              <a:rPr lang="es-ES" sz="16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Cuerpo de la respuesta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Cabecera de la respuesta</a:t>
            </a:r>
          </a:p>
          <a:p>
            <a:endParaRPr lang="es-PE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D11401-E20D-EF53-407B-EE8B8EAA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182" y="1693829"/>
            <a:ext cx="3238170" cy="161908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6A9EED-346E-F632-C7E9-AEDB02109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831" y="3556074"/>
            <a:ext cx="4897493" cy="209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0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68B75-D3E2-D148-D9B3-64CE6268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1B34-8606-3803-2E47-3502F624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Servicio REST → </a:t>
            </a:r>
            <a:r>
              <a:rPr lang="es-419" dirty="0" err="1"/>
              <a:t>api.atenea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988AFE0-9313-5B62-D09F-9041960140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69E31B-94DF-10B9-1B3B-69BAEDF4B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600" dirty="0"/>
              <a:t>Si revisa la documentación de consulta.pe para su servicio REST (</a:t>
            </a:r>
            <a:r>
              <a:rPr lang="es-ES" sz="1600" i="1" u="sng" dirty="0">
                <a:solidFill>
                  <a:schemeClr val="accent5"/>
                </a:solidFill>
                <a:hlinkClick r:id="rId2"/>
              </a:rPr>
              <a:t>https://api.ateneaperu.com/Home/Función</a:t>
            </a:r>
            <a:r>
              <a:rPr lang="es-ES" sz="1600" i="1" u="sng" dirty="0">
                <a:solidFill>
                  <a:schemeClr val="accent5"/>
                </a:solidFill>
              </a:rPr>
              <a:t>), </a:t>
            </a:r>
            <a:r>
              <a:rPr lang="es-ES" sz="1600" dirty="0"/>
              <a:t>podrá encontrar lo siguiente para la </a:t>
            </a:r>
            <a:r>
              <a:rPr lang="es-ES" sz="1600" b="1" dirty="0"/>
              <a:t>solicitud </a:t>
            </a:r>
            <a:r>
              <a:rPr lang="es-ES" sz="1600" dirty="0"/>
              <a:t>o </a:t>
            </a:r>
            <a:r>
              <a:rPr lang="es-ES" sz="1600" b="1" dirty="0"/>
              <a:t>REQUEST</a:t>
            </a:r>
            <a:r>
              <a:rPr lang="es-ES" sz="1600" dirty="0"/>
              <a:t>:</a:t>
            </a:r>
          </a:p>
          <a:p>
            <a:r>
              <a:rPr lang="es-PE" sz="1600" dirty="0"/>
              <a:t>Para realizar una consulta, envíe una solicitud POST al URL que se ha creado luego de crear su cuenta</a:t>
            </a:r>
          </a:p>
          <a:p>
            <a:r>
              <a:rPr lang="es-PE" sz="1600" dirty="0">
                <a:solidFill>
                  <a:srgbClr val="212121"/>
                </a:solidFill>
                <a:highlight>
                  <a:srgbClr val="FFFFFF"/>
                </a:highlight>
                <a:latin typeface="Inter"/>
                <a:hlinkClick r:id="rId3"/>
              </a:rPr>
              <a:t>http://api.ateneaperu.com/api/Sunat/RucToken</a:t>
            </a:r>
            <a:endParaRPr lang="es-PE" sz="1600" dirty="0">
              <a:solidFill>
                <a:srgbClr val="212121"/>
              </a:solidFill>
              <a:highlight>
                <a:srgbClr val="FFFFFF"/>
              </a:highlight>
              <a:latin typeface="Inter"/>
            </a:endParaRPr>
          </a:p>
          <a:p>
            <a:r>
              <a:rPr lang="es-PE" sz="1600" dirty="0">
                <a:solidFill>
                  <a:srgbClr val="212121"/>
                </a:solidFill>
                <a:highlight>
                  <a:srgbClr val="FFFFFF"/>
                </a:highlight>
                <a:latin typeface="Inter"/>
              </a:rPr>
              <a:t>Con el atributo “RUC” para la consulta en cuestión (primero debe crearse una cuenta el cual le dará 100 opciones de búsqueda)</a:t>
            </a:r>
          </a:p>
          <a:p>
            <a:r>
              <a:rPr lang="es-PE" sz="1600" dirty="0"/>
              <a:t>Cabeceras de solicitud				</a:t>
            </a:r>
          </a:p>
          <a:p>
            <a:pPr lvl="1"/>
            <a:r>
              <a:rPr lang="es-PE" sz="1600" dirty="0"/>
              <a:t>"</a:t>
            </a:r>
            <a:r>
              <a:rPr lang="es-PE" sz="1600" dirty="0" err="1"/>
              <a:t>Authorization</a:t>
            </a:r>
            <a:r>
              <a:rPr lang="es-PE" sz="1600" dirty="0"/>
              <a:t>: Bearer {TU-API-KEY}" </a:t>
            </a:r>
          </a:p>
          <a:p>
            <a:endParaRPr lang="es-PE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B87586-9678-CA1F-B56D-687AD450B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0" y="3938861"/>
            <a:ext cx="74295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54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D2ED2-7B78-9643-ADD2-32E0C41F6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4D7B8-ADBA-5236-7002-BC908A3F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Servicio REST → </a:t>
            </a:r>
            <a:r>
              <a:rPr lang="es-419" dirty="0" err="1"/>
              <a:t>api.atenea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433BD6A-4876-59EE-FAD4-4B26C75CE9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840346-6554-7D52-682A-2516CAE90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400" dirty="0"/>
              <a:t>De igual forma, consulta.pe brinda información para la </a:t>
            </a:r>
            <a:r>
              <a:rPr lang="es-ES" sz="1400" b="1" dirty="0"/>
              <a:t>respuesta </a:t>
            </a:r>
            <a:r>
              <a:rPr lang="es-ES" sz="1400" dirty="0"/>
              <a:t>o </a:t>
            </a:r>
            <a:r>
              <a:rPr lang="es-ES" sz="1400" b="1" dirty="0"/>
              <a:t>RESPONSE</a:t>
            </a:r>
            <a:r>
              <a:rPr lang="es-ES" sz="14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400" dirty="0"/>
              <a:t>Cuerpo de la respuesta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400" dirty="0"/>
          </a:p>
          <a:p>
            <a:pPr marL="0" lvl="0" indent="0">
              <a:spcBef>
                <a:spcPts val="1600"/>
              </a:spcBef>
              <a:buNone/>
            </a:pPr>
            <a:endParaRPr lang="es-ES" sz="1400" dirty="0"/>
          </a:p>
          <a:p>
            <a:pPr marL="0" lvl="0" indent="0">
              <a:spcBef>
                <a:spcPts val="1600"/>
              </a:spcBef>
              <a:buNone/>
            </a:pPr>
            <a:endParaRPr lang="es-ES" sz="14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400" dirty="0"/>
              <a:t>Cabecera de la respuesta</a:t>
            </a:r>
          </a:p>
          <a:p>
            <a:endParaRPr lang="es-PE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69D35D-744C-5974-B8F2-29883E4BA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282" y="1693829"/>
            <a:ext cx="3307310" cy="18739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735B32A-913C-1841-4239-16014FB46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737" y="3698991"/>
            <a:ext cx="4050096" cy="219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89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805</TotalTime>
  <Words>291</Words>
  <Application>Microsoft Office PowerPoint</Application>
  <PresentationFormat>Panorámica</PresentationFormat>
  <Paragraphs>37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Inter</vt:lpstr>
      <vt:lpstr>Montserrat</vt:lpstr>
      <vt:lpstr>Montserrat Medium</vt:lpstr>
      <vt:lpstr>Wingdings</vt:lpstr>
      <vt:lpstr>Tema de Office</vt:lpstr>
      <vt:lpstr>1_Tema de Office</vt:lpstr>
      <vt:lpstr>Diseño personalizado</vt:lpstr>
      <vt:lpstr>Telecom Pucp</vt:lpstr>
      <vt:lpstr>Presentación de PowerPoint</vt:lpstr>
      <vt:lpstr>Consumo de Servicios Web con Spring Boot</vt:lpstr>
      <vt:lpstr>Servicio REST → verifica.id</vt:lpstr>
      <vt:lpstr>Servicio REST → verifica.id</vt:lpstr>
      <vt:lpstr>Servicio REST → api.atenea</vt:lpstr>
      <vt:lpstr>Servicio REST → api.atenea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34</cp:revision>
  <dcterms:created xsi:type="dcterms:W3CDTF">2023-10-28T21:43:03Z</dcterms:created>
  <dcterms:modified xsi:type="dcterms:W3CDTF">2026-06-02T03:20:14Z</dcterms:modified>
</cp:coreProperties>
</file>