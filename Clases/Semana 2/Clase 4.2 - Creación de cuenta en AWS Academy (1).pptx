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18"/>
  </p:notesMasterIdLst>
  <p:handoutMasterIdLst>
    <p:handoutMasterId r:id="rId19"/>
  </p:handoutMasterIdLst>
  <p:sldIdLst>
    <p:sldId id="375" r:id="rId5"/>
    <p:sldId id="376" r:id="rId6"/>
    <p:sldId id="377" r:id="rId7"/>
    <p:sldId id="378" r:id="rId8"/>
    <p:sldId id="379" r:id="rId9"/>
    <p:sldId id="380" r:id="rId10"/>
    <p:sldId id="381" r:id="rId11"/>
    <p:sldId id="382" r:id="rId12"/>
    <p:sldId id="383" r:id="rId13"/>
    <p:sldId id="384" r:id="rId14"/>
    <p:sldId id="386" r:id="rId15"/>
    <p:sldId id="385" r:id="rId16"/>
    <p:sldId id="387" r:id="rId1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1" autoAdjust="0"/>
    <p:restoredTop sz="94643"/>
  </p:normalViewPr>
  <p:slideViewPr>
    <p:cSldViewPr snapToGrid="0" snapToObjects="1">
      <p:cViewPr varScale="1">
        <p:scale>
          <a:sx n="99" d="100"/>
          <a:sy n="99" d="100"/>
        </p:scale>
        <p:origin x="95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31/03/2026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31/03/2026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Marzo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460812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11949684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665672" cy="670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 dirty="0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1B053E1C-01E4-A77A-8D1C-596F332E6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914"/>
            <a:ext cx="10665672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44042048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3554362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3115185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0788001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8517325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23700076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3277737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637553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722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E62295-097E-2339-2812-CAD230DE53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Cuenta en AWS </a:t>
            </a:r>
            <a:r>
              <a:rPr lang="es-PE" dirty="0" err="1"/>
              <a:t>Academy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32B4CD-F4E8-B100-E174-ECEBC9FE03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Gestión de Servicios TICS</a:t>
            </a:r>
          </a:p>
        </p:txBody>
      </p:sp>
    </p:spTree>
    <p:extLst>
      <p:ext uri="{BB962C8B-B14F-4D97-AF65-F5344CB8AC3E}">
        <p14:creationId xmlns:p14="http://schemas.microsoft.com/office/powerpoint/2010/main" val="3614634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41323-F7FA-CAC4-487C-4451F16D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AWS </a:t>
            </a:r>
            <a:r>
              <a:rPr lang="es-PE" dirty="0" err="1"/>
              <a:t>Academy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E4B8554-33D0-28AC-BED0-7ADFCCEFFA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635DB1-3279-58F1-F6B2-A2A1FE275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Servicio de AWS para ciertas instituciones educativas la cual brinda tanto material como entornos </a:t>
            </a:r>
            <a:r>
              <a:rPr lang="es-ES" dirty="0" err="1"/>
              <a:t>sandbox</a:t>
            </a:r>
            <a:r>
              <a:rPr lang="es-ES" dirty="0"/>
              <a:t> para probar diversas aplicaciones de AWS.</a:t>
            </a:r>
          </a:p>
          <a:p>
            <a:endParaRPr lang="es-PE" dirty="0"/>
          </a:p>
        </p:txBody>
      </p:sp>
      <p:pic>
        <p:nvPicPr>
          <p:cNvPr id="5" name="Google Shape;84;p15">
            <a:extLst>
              <a:ext uri="{FF2B5EF4-FFF2-40B4-BE49-F238E27FC236}">
                <a16:creationId xmlns:a16="http://schemas.microsoft.com/office/drawing/2014/main" id="{A6487028-54FC-01DC-8DB8-962AC6A6B0D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07988" y="2556211"/>
            <a:ext cx="6541250" cy="27423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0664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9C670B-0C81-6642-686A-80D94C9D4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Curso en AWS </a:t>
            </a:r>
            <a:r>
              <a:rPr lang="es-ES" dirty="0" err="1"/>
              <a:t>Academy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896FF89-BAA6-4531-CCF2-9018FC06AA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774586-33FE-B8D2-2AF7-0F1D7169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El profesor del curso creará un curso en AWS </a:t>
            </a:r>
            <a:r>
              <a:rPr lang="es-ES" dirty="0" err="1"/>
              <a:t>Academy</a:t>
            </a:r>
            <a:r>
              <a:rPr lang="es-ES" dirty="0"/>
              <a:t> y lo invitará a formar parte del mismo a su correo @pucp.edu.pe.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Le llegará una invitación al curso, haga clic en “</a:t>
            </a:r>
            <a:r>
              <a:rPr lang="es-ES" b="1" dirty="0" err="1"/>
              <a:t>Get</a:t>
            </a:r>
            <a:r>
              <a:rPr lang="es-ES" b="1" dirty="0"/>
              <a:t> </a:t>
            </a:r>
            <a:r>
              <a:rPr lang="es-ES" b="1" dirty="0" err="1"/>
              <a:t>Started</a:t>
            </a:r>
            <a:r>
              <a:rPr lang="es-ES" dirty="0"/>
              <a:t>”.</a:t>
            </a:r>
          </a:p>
          <a:p>
            <a:endParaRPr lang="es-PE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A811D506-D6C3-AD47-ADC7-D238D5A75895}"/>
              </a:ext>
            </a:extLst>
          </p:cNvPr>
          <p:cNvGrpSpPr/>
          <p:nvPr/>
        </p:nvGrpSpPr>
        <p:grpSpPr>
          <a:xfrm>
            <a:off x="3619488" y="2954938"/>
            <a:ext cx="4658239" cy="2491071"/>
            <a:chOff x="2579959" y="3100436"/>
            <a:chExt cx="6215651" cy="3559475"/>
          </a:xfrm>
        </p:grpSpPr>
        <p:pic>
          <p:nvPicPr>
            <p:cNvPr id="6" name="Google Shape;92;p16">
              <a:extLst>
                <a:ext uri="{FF2B5EF4-FFF2-40B4-BE49-F238E27FC236}">
                  <a16:creationId xmlns:a16="http://schemas.microsoft.com/office/drawing/2014/main" id="{4E00D644-7619-ACAE-F5DA-B419A496BA83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579959" y="3100436"/>
              <a:ext cx="6215651" cy="3559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2A5AD8C0-1032-6323-49B0-5745AEF61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7447" y="4211986"/>
              <a:ext cx="4391025" cy="24479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4142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3E64D-0EB3-9CF9-23FC-561C3160A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BF686F-61DE-30BE-7402-BFD1F1CE9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Cuenta </a:t>
            </a:r>
            <a:r>
              <a:rPr lang="es-ES" dirty="0" err="1"/>
              <a:t>Canvas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5ED21CC-FC9F-2E39-2C2D-063A995677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05EB8C-6877-548E-02EF-3D7C1AE8E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800" dirty="0"/>
              <a:t>Si ya tiene una cuenta en la plataforma </a:t>
            </a:r>
            <a:r>
              <a:rPr lang="es-ES" sz="1800" dirty="0" err="1"/>
              <a:t>Canvas</a:t>
            </a:r>
            <a:r>
              <a:rPr lang="es-ES" sz="1800" dirty="0"/>
              <a:t> con su correo al cual ha sido invitado (</a:t>
            </a:r>
            <a:r>
              <a:rPr lang="es-ES" sz="1800" b="1" dirty="0"/>
              <a:t>@pucp.edu.pe</a:t>
            </a:r>
            <a:r>
              <a:rPr lang="es-ES" sz="1800" dirty="0"/>
              <a:t>), seleccione la primera opción (</a:t>
            </a:r>
            <a:r>
              <a:rPr lang="es-ES" sz="1800" b="1" dirty="0"/>
              <a:t>I </a:t>
            </a:r>
            <a:r>
              <a:rPr lang="es-ES" sz="1800" b="1" dirty="0" err="1"/>
              <a:t>Have</a:t>
            </a:r>
            <a:r>
              <a:rPr lang="es-ES" sz="1800" b="1" dirty="0"/>
              <a:t> a </a:t>
            </a:r>
            <a:r>
              <a:rPr lang="es-ES" sz="1800" b="1" dirty="0" err="1"/>
              <a:t>Canvas</a:t>
            </a:r>
            <a:r>
              <a:rPr lang="es-ES" sz="1800" b="1" dirty="0"/>
              <a:t> </a:t>
            </a:r>
            <a:r>
              <a:rPr lang="es-ES" sz="1800" b="1" dirty="0" err="1"/>
              <a:t>Account</a:t>
            </a:r>
            <a:r>
              <a:rPr lang="es-ES" sz="1800" dirty="0"/>
              <a:t>); caso contrario, cree una cuenta (</a:t>
            </a:r>
            <a:r>
              <a:rPr lang="es-ES" sz="1800" b="1" dirty="0" err="1"/>
              <a:t>Create</a:t>
            </a:r>
            <a:r>
              <a:rPr lang="es-ES" sz="1800" b="1" dirty="0"/>
              <a:t> </a:t>
            </a:r>
            <a:r>
              <a:rPr lang="es-ES" sz="1800" b="1" dirty="0" err="1"/>
              <a:t>My</a:t>
            </a:r>
            <a:r>
              <a:rPr lang="es-ES" sz="1800" b="1" dirty="0"/>
              <a:t> </a:t>
            </a:r>
            <a:r>
              <a:rPr lang="es-ES" sz="1800" b="1" dirty="0" err="1"/>
              <a:t>Account</a:t>
            </a:r>
            <a:r>
              <a:rPr lang="es-ES" sz="1800" dirty="0"/>
              <a:t>).</a:t>
            </a:r>
          </a:p>
          <a:p>
            <a:endParaRPr lang="es-PE" sz="1800" dirty="0"/>
          </a:p>
        </p:txBody>
      </p:sp>
      <p:pic>
        <p:nvPicPr>
          <p:cNvPr id="7" name="Google Shape;100;p17">
            <a:extLst>
              <a:ext uri="{FF2B5EF4-FFF2-40B4-BE49-F238E27FC236}">
                <a16:creationId xmlns:a16="http://schemas.microsoft.com/office/drawing/2014/main" id="{BD797DEE-5959-5E8D-2A3B-0EA465E3DDD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53024" y="2483536"/>
            <a:ext cx="6485951" cy="3009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2678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FCA24-BE35-BBF2-AA5E-961CD9222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C6A1F-EB76-9A83-A1F0-2AAE81C9D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Creación de cuenta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F42BCB5-C8CC-6452-8E1A-48CF4BD589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D79E17-94F5-274C-ED60-9CF1A9EC3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800" dirty="0"/>
              <a:t>Defina su contraseña, la zona horaria, el segundo </a:t>
            </a:r>
            <a:r>
              <a:rPr lang="es-ES" sz="1800" dirty="0" err="1"/>
              <a:t>check</a:t>
            </a:r>
            <a:r>
              <a:rPr lang="es-ES" sz="1800" dirty="0"/>
              <a:t> y haga clic en </a:t>
            </a:r>
            <a:r>
              <a:rPr lang="es-ES" sz="1800" dirty="0" err="1"/>
              <a:t>Register</a:t>
            </a:r>
            <a:r>
              <a:rPr lang="es-ES" sz="1800" dirty="0"/>
              <a:t>.</a:t>
            </a:r>
          </a:p>
          <a:p>
            <a:endParaRPr lang="es-PE" sz="18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38FE833-CF00-64D1-D64C-B65B73F6B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1874487"/>
            <a:ext cx="3472572" cy="431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04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9D32D-5B7F-642C-2072-66E705E81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621870-7670-49F1-A734-9573C723C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Plataforma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07F03EA-FD32-36BB-A174-4994AFB781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1BF765-EC82-6315-3640-EDE1D442F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Si registró su cuenta correctamente, deberá observar la siguiente pantalla.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Haga clic en “</a:t>
            </a:r>
            <a:r>
              <a:rPr lang="es-ES" sz="1800" b="1" dirty="0"/>
              <a:t>Modules</a:t>
            </a:r>
            <a:r>
              <a:rPr lang="es-ES" sz="1800" dirty="0"/>
              <a:t>”.</a:t>
            </a:r>
          </a:p>
          <a:p>
            <a:endParaRPr lang="es-PE" sz="1800" dirty="0"/>
          </a:p>
        </p:txBody>
      </p:sp>
      <p:pic>
        <p:nvPicPr>
          <p:cNvPr id="5" name="Google Shape;116;p19">
            <a:extLst>
              <a:ext uri="{FF2B5EF4-FFF2-40B4-BE49-F238E27FC236}">
                <a16:creationId xmlns:a16="http://schemas.microsoft.com/office/drawing/2014/main" id="{0CC5CA13-D791-9834-F78F-F94501513C2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05264" y="2397254"/>
            <a:ext cx="7754754" cy="304875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7;p19">
            <a:extLst>
              <a:ext uri="{FF2B5EF4-FFF2-40B4-BE49-F238E27FC236}">
                <a16:creationId xmlns:a16="http://schemas.microsoft.com/office/drawing/2014/main" id="{048EC804-9462-4B57-9065-7F38D4FD46B8}"/>
              </a:ext>
            </a:extLst>
          </p:cNvPr>
          <p:cNvSpPr/>
          <p:nvPr/>
        </p:nvSpPr>
        <p:spPr>
          <a:xfrm rot="-2213002">
            <a:off x="2737375" y="2519142"/>
            <a:ext cx="1298412" cy="302885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8382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64747-6528-0F4E-2E27-154844375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DAEF3E-209E-93C4-D7CA-54DF0FF41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Learner</a:t>
            </a:r>
            <a:r>
              <a:rPr lang="es-ES" dirty="0"/>
              <a:t> </a:t>
            </a:r>
            <a:r>
              <a:rPr lang="es-ES" dirty="0" err="1"/>
              <a:t>Lab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8FD1CB1-9AED-2C67-318E-75BE844F2A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A09129-D050-4620-617D-66C79D951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Seleccione</a:t>
            </a:r>
            <a:r>
              <a:rPr lang="en-US" dirty="0"/>
              <a:t> “</a:t>
            </a:r>
            <a:r>
              <a:rPr lang="en-US" b="1" dirty="0"/>
              <a:t>Learner Lab - Foundational Services</a:t>
            </a:r>
            <a:r>
              <a:rPr lang="en-US" dirty="0"/>
              <a:t>”</a:t>
            </a:r>
          </a:p>
          <a:p>
            <a:endParaRPr lang="es-PE" dirty="0"/>
          </a:p>
        </p:txBody>
      </p:sp>
      <p:pic>
        <p:nvPicPr>
          <p:cNvPr id="5" name="Google Shape;126;p20">
            <a:extLst>
              <a:ext uri="{FF2B5EF4-FFF2-40B4-BE49-F238E27FC236}">
                <a16:creationId xmlns:a16="http://schemas.microsoft.com/office/drawing/2014/main" id="{9D18AB1B-3957-0E73-8ED0-AD5D3A9010B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08278" y="2070226"/>
            <a:ext cx="5320925" cy="38366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27;p20">
            <a:extLst>
              <a:ext uri="{FF2B5EF4-FFF2-40B4-BE49-F238E27FC236}">
                <a16:creationId xmlns:a16="http://schemas.microsoft.com/office/drawing/2014/main" id="{11D5F609-3692-BE0A-26DA-CF3BA08FAEE3}"/>
              </a:ext>
            </a:extLst>
          </p:cNvPr>
          <p:cNvSpPr/>
          <p:nvPr/>
        </p:nvSpPr>
        <p:spPr>
          <a:xfrm rot="10799326">
            <a:off x="3584814" y="4441215"/>
            <a:ext cx="1530900" cy="3750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376D5C1-4CC3-62C3-6481-454C25FD6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130" y="2147336"/>
            <a:ext cx="548640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447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2D1B3-C600-8E43-2C4E-49256CAC8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D3D43-8F3B-775C-A25F-514BA9B9A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Learner</a:t>
            </a:r>
            <a:r>
              <a:rPr lang="es-ES" dirty="0"/>
              <a:t> </a:t>
            </a:r>
            <a:r>
              <a:rPr lang="es-ES" dirty="0" err="1"/>
              <a:t>Lab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00D0E32-6431-D092-238C-C27AD10C07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010C1A-56ED-DFD0-CE6B-AEEFCAC92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800" dirty="0"/>
              <a:t>Puede revisar los T&amp;C, vaya hasta el final y presione “</a:t>
            </a:r>
            <a:r>
              <a:rPr lang="es-ES" sz="1800" b="1" dirty="0"/>
              <a:t>I </a:t>
            </a:r>
            <a:r>
              <a:rPr lang="es-ES" sz="1800" b="1" dirty="0" err="1"/>
              <a:t>Agree</a:t>
            </a:r>
            <a:r>
              <a:rPr lang="es-ES" sz="1800" dirty="0"/>
              <a:t>”.</a:t>
            </a:r>
          </a:p>
          <a:p>
            <a:endParaRPr lang="es-PE" sz="1800" dirty="0"/>
          </a:p>
        </p:txBody>
      </p:sp>
      <p:pic>
        <p:nvPicPr>
          <p:cNvPr id="5" name="Google Shape;135;p21">
            <a:extLst>
              <a:ext uri="{FF2B5EF4-FFF2-40B4-BE49-F238E27FC236}">
                <a16:creationId xmlns:a16="http://schemas.microsoft.com/office/drawing/2014/main" id="{1BFD0379-AE05-77B3-0AA5-C252410C442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51774" y="1867187"/>
            <a:ext cx="7876077" cy="17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6;p21">
            <a:extLst>
              <a:ext uri="{FF2B5EF4-FFF2-40B4-BE49-F238E27FC236}">
                <a16:creationId xmlns:a16="http://schemas.microsoft.com/office/drawing/2014/main" id="{DAFBF81C-BCCC-74FB-0179-2D0D45A1B31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5335" y="3822682"/>
            <a:ext cx="7828926" cy="18881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40;p21">
            <a:extLst>
              <a:ext uri="{FF2B5EF4-FFF2-40B4-BE49-F238E27FC236}">
                <a16:creationId xmlns:a16="http://schemas.microsoft.com/office/drawing/2014/main" id="{7237B47A-15BB-6E68-7174-00C355E1B62C}"/>
              </a:ext>
            </a:extLst>
          </p:cNvPr>
          <p:cNvSpPr/>
          <p:nvPr/>
        </p:nvSpPr>
        <p:spPr>
          <a:xfrm>
            <a:off x="1919635" y="4677933"/>
            <a:ext cx="1541400" cy="33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5729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402C5-876B-2CDE-F746-15C9B8036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F0B4B0-AF20-19EB-F3FA-F5EEB008F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Laboratorio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3FD2BDD-199A-5383-1F1B-2026B58FB9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91C88D-230A-370D-E3AF-9F969660E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Una vez activo observará la cantidad de créditos y tiempo restante (HH:MM).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Para abrir la consola de AWS, haga clic en “</a:t>
            </a:r>
            <a:r>
              <a:rPr lang="es-ES" sz="1800" b="1" dirty="0"/>
              <a:t>AWS</a:t>
            </a:r>
            <a:r>
              <a:rPr lang="es-ES" sz="1800" dirty="0"/>
              <a:t>”</a:t>
            </a:r>
          </a:p>
          <a:p>
            <a:endParaRPr lang="es-PE" sz="1800" dirty="0"/>
          </a:p>
        </p:txBody>
      </p:sp>
      <p:pic>
        <p:nvPicPr>
          <p:cNvPr id="9" name="Google Shape;148;p22">
            <a:extLst>
              <a:ext uri="{FF2B5EF4-FFF2-40B4-BE49-F238E27FC236}">
                <a16:creationId xmlns:a16="http://schemas.microsoft.com/office/drawing/2014/main" id="{3DB20578-C6FF-D337-3F92-22C71F9B870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10790" y="2475835"/>
            <a:ext cx="9143999" cy="283244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49;p22">
            <a:extLst>
              <a:ext uri="{FF2B5EF4-FFF2-40B4-BE49-F238E27FC236}">
                <a16:creationId xmlns:a16="http://schemas.microsoft.com/office/drawing/2014/main" id="{A0BA1D0A-4661-5B7C-AD1F-5DD29A034596}"/>
              </a:ext>
            </a:extLst>
          </p:cNvPr>
          <p:cNvSpPr/>
          <p:nvPr/>
        </p:nvSpPr>
        <p:spPr>
          <a:xfrm rot="5400000">
            <a:off x="3387040" y="2626481"/>
            <a:ext cx="537600" cy="33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1571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48E16-8844-9DC5-505F-A0D8FF94D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3AE43-AAC8-57FD-E08D-B481100AE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Consola AWS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29B9806-571A-596F-3A7A-CB5C7607F7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7F8D3A-46AE-555F-426A-037C8F572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Puede probar la nueva consola o la tradicional.</a:t>
            </a:r>
          </a:p>
          <a:p>
            <a:endParaRPr lang="es-PE" dirty="0"/>
          </a:p>
        </p:txBody>
      </p:sp>
      <p:pic>
        <p:nvPicPr>
          <p:cNvPr id="7" name="Google Shape;156;p23">
            <a:extLst>
              <a:ext uri="{FF2B5EF4-FFF2-40B4-BE49-F238E27FC236}">
                <a16:creationId xmlns:a16="http://schemas.microsoft.com/office/drawing/2014/main" id="{765AA71E-77A0-438E-7A51-BBF50641CB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6252" t="31581" r="27388" b="28000"/>
          <a:stretch/>
        </p:blipFill>
        <p:spPr>
          <a:xfrm>
            <a:off x="3803373" y="2094683"/>
            <a:ext cx="4890051" cy="31973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0087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7712A-59F2-4EB1-BB96-42071C937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6CC19-F346-74F4-C435-4A160EE64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Consola de AWS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F7A88BD-9E36-D528-BCED-A406B5CB0B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C2CD96D-0209-A27E-4056-E58EB114C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204" y="1110946"/>
            <a:ext cx="6111962" cy="463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798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DEE81-AB70-BE26-52ED-6E5613F6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1EE219-449A-D68C-7C7E-CFD76F46A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Learner</a:t>
            </a:r>
            <a:r>
              <a:rPr lang="es-ES" dirty="0"/>
              <a:t> </a:t>
            </a:r>
            <a:r>
              <a:rPr lang="es-ES" dirty="0" err="1"/>
              <a:t>Lab</a:t>
            </a:r>
            <a:r>
              <a:rPr lang="es-ES" dirty="0"/>
              <a:t> Sandbox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F8F14CB-F960-77A4-1525-78DFC1BA71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AA6BCD-8CBD-E63F-1F14-D7D9CF971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Los $50 que le brinda </a:t>
            </a:r>
            <a:r>
              <a:rPr lang="es-ES" dirty="0" err="1"/>
              <a:t>Learner</a:t>
            </a:r>
            <a:r>
              <a:rPr lang="es-ES" dirty="0"/>
              <a:t> </a:t>
            </a:r>
            <a:r>
              <a:rPr lang="es-ES" dirty="0" err="1"/>
              <a:t>Lab</a:t>
            </a:r>
            <a:r>
              <a:rPr lang="es-ES" dirty="0"/>
              <a:t>, están contenidos en un </a:t>
            </a:r>
            <a:r>
              <a:rPr lang="es-ES" dirty="0" err="1"/>
              <a:t>sandbox</a:t>
            </a:r>
            <a:r>
              <a:rPr lang="es-ES" dirty="0"/>
              <a:t>, el cual dura 4 horas prendido y luego de este tiempo, todos los recursos se apagan (no se destruyen) y para volver a utilizarlos deberá volver a prender el </a:t>
            </a:r>
            <a:r>
              <a:rPr lang="es-ES" dirty="0" err="1"/>
              <a:t>sandbox</a:t>
            </a:r>
            <a:r>
              <a:rPr lang="es-ES" dirty="0"/>
              <a:t>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Considerar que mientras el Sandbox esté apagado, los recursos como </a:t>
            </a:r>
            <a:r>
              <a:rPr lang="es-ES" dirty="0" err="1"/>
              <a:t>storage</a:t>
            </a:r>
            <a:r>
              <a:rPr lang="es-ES" dirty="0"/>
              <a:t> siguen consumiendo créditos.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5416274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440</TotalTime>
  <Words>317</Words>
  <Application>Microsoft Office PowerPoint</Application>
  <PresentationFormat>Panorámica</PresentationFormat>
  <Paragraphs>38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Montserrat</vt:lpstr>
      <vt:lpstr>Montserrat Medium</vt:lpstr>
      <vt:lpstr>Tema de Office</vt:lpstr>
      <vt:lpstr>1_Tema de Office</vt:lpstr>
      <vt:lpstr>Diseño personalizado</vt:lpstr>
      <vt:lpstr>Telecom Pucp</vt:lpstr>
      <vt:lpstr>Presentación de PowerPoint</vt:lpstr>
      <vt:lpstr>Cuenta en AWS Academy</vt:lpstr>
      <vt:lpstr>AWS Academy</vt:lpstr>
      <vt:lpstr>Curso en AWS Academy</vt:lpstr>
      <vt:lpstr>Cuenta Canvas</vt:lpstr>
      <vt:lpstr>Creación de cuenta</vt:lpstr>
      <vt:lpstr>Plataforma</vt:lpstr>
      <vt:lpstr>Learner Lab</vt:lpstr>
      <vt:lpstr>Learner Lab</vt:lpstr>
      <vt:lpstr>Laboratorio</vt:lpstr>
      <vt:lpstr>Consola AWS</vt:lpstr>
      <vt:lpstr>Consola de AWS</vt:lpstr>
      <vt:lpstr>Learner Lab Sandbox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25</cp:revision>
  <dcterms:created xsi:type="dcterms:W3CDTF">2023-10-28T21:43:03Z</dcterms:created>
  <dcterms:modified xsi:type="dcterms:W3CDTF">2026-04-01T04:58:25Z</dcterms:modified>
</cp:coreProperties>
</file>