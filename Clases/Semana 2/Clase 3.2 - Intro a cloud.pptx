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 id="2147483660" r:id="rId3"/>
    <p:sldMasterId id="2147483680" r:id="rId4"/>
  </p:sldMasterIdLst>
  <p:notesMasterIdLst>
    <p:notesMasterId r:id="rId23"/>
  </p:notesMasterIdLst>
  <p:handoutMasterIdLst>
    <p:handoutMasterId r:id="rId24"/>
  </p:handoutMasterIdLst>
  <p:sldIdLst>
    <p:sldId id="378" r:id="rId5"/>
    <p:sldId id="379" r:id="rId6"/>
    <p:sldId id="380" r:id="rId7"/>
    <p:sldId id="381" r:id="rId8"/>
    <p:sldId id="382" r:id="rId9"/>
    <p:sldId id="383" r:id="rId10"/>
    <p:sldId id="384" r:id="rId11"/>
    <p:sldId id="385" r:id="rId12"/>
    <p:sldId id="386" r:id="rId13"/>
    <p:sldId id="387" r:id="rId14"/>
    <p:sldId id="388" r:id="rId15"/>
    <p:sldId id="389" r:id="rId16"/>
    <p:sldId id="390" r:id="rId17"/>
    <p:sldId id="391" r:id="rId18"/>
    <p:sldId id="392" r:id="rId19"/>
    <p:sldId id="393" r:id="rId20"/>
    <p:sldId id="394" r:id="rId21"/>
    <p:sldId id="395" r:id="rId2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32C8"/>
    <a:srgbClr val="0A2451"/>
    <a:srgbClr val="7F32C8"/>
    <a:srgbClr val="0096C8"/>
    <a:srgbClr val="009A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1" autoAdjust="0"/>
    <p:restoredTop sz="94643"/>
  </p:normalViewPr>
  <p:slideViewPr>
    <p:cSldViewPr snapToGrid="0" snapToObjects="1">
      <p:cViewPr varScale="1">
        <p:scale>
          <a:sx n="99" d="100"/>
          <a:sy n="99" d="100"/>
        </p:scale>
        <p:origin x="954"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F0BF7D0-ACCD-45E0-9075-7974351BA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dirty="0"/>
          </a:p>
        </p:txBody>
      </p:sp>
      <p:sp>
        <p:nvSpPr>
          <p:cNvPr id="3" name="Marcador de fecha 2">
            <a:extLst>
              <a:ext uri="{FF2B5EF4-FFF2-40B4-BE49-F238E27FC236}">
                <a16:creationId xmlns:a16="http://schemas.microsoft.com/office/drawing/2014/main" id="{63B6A517-4C1F-40CC-B607-62B1086073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240BD7-4B38-4A99-A6E7-5E1A97DAF11B}" type="datetimeFigureOut">
              <a:rPr lang="es-PE" smtClean="0"/>
              <a:t>29/03/2026</a:t>
            </a:fld>
            <a:endParaRPr lang="es-PE"/>
          </a:p>
        </p:txBody>
      </p:sp>
      <p:sp>
        <p:nvSpPr>
          <p:cNvPr id="4" name="Marcador de pie de página 3">
            <a:extLst>
              <a:ext uri="{FF2B5EF4-FFF2-40B4-BE49-F238E27FC236}">
                <a16:creationId xmlns:a16="http://schemas.microsoft.com/office/drawing/2014/main" id="{5DE1014B-0959-4D3A-8DC3-99369C9107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5A5F80A8-C49B-4372-B96A-23231D58BE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3D7DB4-D5A9-475B-BF72-4B93DC046C52}" type="slidenum">
              <a:rPr lang="es-PE" smtClean="0"/>
              <a:t>‹Nº›</a:t>
            </a:fld>
            <a:endParaRPr lang="es-PE"/>
          </a:p>
        </p:txBody>
      </p:sp>
    </p:spTree>
    <p:extLst>
      <p:ext uri="{BB962C8B-B14F-4D97-AF65-F5344CB8AC3E}">
        <p14:creationId xmlns:p14="http://schemas.microsoft.com/office/powerpoint/2010/main" val="1126361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EFC3-66C1-4423-B1B2-E7C9DCCB5C75}" type="datetimeFigureOut">
              <a:rPr lang="es-PE" smtClean="0"/>
              <a:t>29/03/2026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75E41-3A85-45FC-A38E-3ABB827C81B6}" type="slidenum">
              <a:rPr lang="es-PE" smtClean="0"/>
              <a:t>‹Nº›</a:t>
            </a:fld>
            <a:endParaRPr lang="es-PE"/>
          </a:p>
        </p:txBody>
      </p:sp>
    </p:spTree>
    <p:extLst>
      <p:ext uri="{BB962C8B-B14F-4D97-AF65-F5344CB8AC3E}">
        <p14:creationId xmlns:p14="http://schemas.microsoft.com/office/powerpoint/2010/main" val="20537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Marcador de fecha 6">
            <a:extLst>
              <a:ext uri="{FF2B5EF4-FFF2-40B4-BE49-F238E27FC236}">
                <a16:creationId xmlns:a16="http://schemas.microsoft.com/office/drawing/2014/main" id="{ABBDFEDA-4707-4FCF-B728-8770DE811E89}"/>
              </a:ext>
            </a:extLst>
          </p:cNvPr>
          <p:cNvSpPr>
            <a:spLocks noGrp="1"/>
          </p:cNvSpPr>
          <p:nvPr>
            <p:ph type="dt" sz="half" idx="10"/>
          </p:nvPr>
        </p:nvSpPr>
        <p:spPr/>
        <p:txBody>
          <a:bodyPr/>
          <a:lstStyle/>
          <a:p>
            <a:fld id="{7B51C491-E0CA-4324-AB99-27795370E731}" type="datetime6">
              <a:rPr lang="es-PE" smtClean="0"/>
              <a:t>Marzo de 2026</a:t>
            </a:fld>
            <a:endParaRPr lang="es-PE" dirty="0"/>
          </a:p>
        </p:txBody>
      </p:sp>
      <p:sp>
        <p:nvSpPr>
          <p:cNvPr id="8" name="Marcador de pie de página 7">
            <a:extLst>
              <a:ext uri="{FF2B5EF4-FFF2-40B4-BE49-F238E27FC236}">
                <a16:creationId xmlns:a16="http://schemas.microsoft.com/office/drawing/2014/main" id="{0FEC6C11-5534-41C2-AE3F-23A2E42B2787}"/>
              </a:ext>
            </a:extLst>
          </p:cNvPr>
          <p:cNvSpPr>
            <a:spLocks noGrp="1"/>
          </p:cNvSpPr>
          <p:nvPr>
            <p:ph type="ftr" sz="quarter" idx="11"/>
          </p:nvPr>
        </p:nvSpPr>
        <p:spPr/>
        <p:txBody>
          <a:bodyPr/>
          <a:lstStyle/>
          <a:p>
            <a:r>
              <a:rPr lang="es-PE"/>
              <a:t>Nombre de Curso</a:t>
            </a:r>
            <a:endParaRPr lang="es-PE" dirty="0"/>
          </a:p>
        </p:txBody>
      </p:sp>
      <p:sp>
        <p:nvSpPr>
          <p:cNvPr id="9" name="Marcador de número de diapositiva 8">
            <a:extLst>
              <a:ext uri="{FF2B5EF4-FFF2-40B4-BE49-F238E27FC236}">
                <a16:creationId xmlns:a16="http://schemas.microsoft.com/office/drawing/2014/main" id="{C596F09D-DC31-489D-B4ED-C366F8894D98}"/>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66910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EBB98E25-E046-416A-8AD2-E2EA35E0D47B}" type="datetime6">
              <a:rPr lang="es-PE" smtClean="0"/>
              <a:t>Marzo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602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373F8130-A112-4F15-AFC2-368CC75448B6}" type="datetime6">
              <a:rPr lang="es-PE" smtClean="0"/>
              <a:t>Marzo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
        <p:nvSpPr>
          <p:cNvPr id="2" name="Title 1">
            <a:extLst>
              <a:ext uri="{FF2B5EF4-FFF2-40B4-BE49-F238E27FC236}">
                <a16:creationId xmlns:a16="http://schemas.microsoft.com/office/drawing/2014/main" id="{1C996BDD-8036-732D-98BA-0F2E3735264C}"/>
              </a:ext>
            </a:extLst>
          </p:cNvPr>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330875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79D8E-AB04-8E45-9319-348AC3CB4E56}"/>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1049A28C-F211-4BC4-A82C-550C2815AB6D}" type="datetime6">
              <a:rPr lang="es-PE" smtClean="0"/>
              <a:t>Marzo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297A3063-101A-4748-9BF4-BDCEAD74E9C2}"/>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7816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C011ED01-9170-4915-AD68-3CC34DFA2DBD}" type="datetime6">
              <a:rPr lang="es-PE" smtClean="0"/>
              <a:t>Marzo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s-PE"/>
              <a:t>Nombre de Curso</a:t>
            </a:r>
            <a:endParaRPr lang="es-PE" dirty="0"/>
          </a:p>
        </p:txBody>
      </p:sp>
      <p:sp>
        <p:nvSpPr>
          <p:cNvPr id="7" name="Marcador de número de diapositiva 6">
            <a:extLst>
              <a:ext uri="{FF2B5EF4-FFF2-40B4-BE49-F238E27FC236}">
                <a16:creationId xmlns:a16="http://schemas.microsoft.com/office/drawing/2014/main" id="{F38F1C9D-46B9-3A4E-AB57-99CFCB4F8DD3}"/>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9506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A6E0DE35-9A49-4AAC-8B2C-BA4A347498EB}" type="datetime6">
              <a:rPr lang="es-PE" smtClean="0"/>
              <a:t>Marzo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s-PE"/>
              <a:t>Nombre de Curso</a:t>
            </a:r>
          </a:p>
        </p:txBody>
      </p:sp>
      <p:sp>
        <p:nvSpPr>
          <p:cNvPr id="9" name="Marcador de número de diapositiva 8">
            <a:extLst>
              <a:ext uri="{FF2B5EF4-FFF2-40B4-BE49-F238E27FC236}">
                <a16:creationId xmlns:a16="http://schemas.microsoft.com/office/drawing/2014/main" id="{0C83630D-DB33-894E-A6FB-7C886A314F51}"/>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53101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F12BB3AF-5458-4635-87B4-F9A9B12C5458}" type="datetime6">
              <a:rPr lang="es-PE" smtClean="0"/>
              <a:t>Marzo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C40BCAD-F69B-D846-B7D1-F816049E47BA}"/>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011520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EC194354-6BA5-49FF-BF43-87C4B22E98B4}" type="datetime6">
              <a:rPr lang="es-PE" smtClean="0"/>
              <a:t>Marzo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D665C2B-C547-9D48-897C-C27108ED3FE5}"/>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65634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2C670608-F1FB-45F6-860F-922B6EF37ED4}" type="datetime6">
              <a:rPr lang="es-PE" smtClean="0"/>
              <a:t>Marzo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609B5093-2547-5848-96C5-63FA5D8ACCB4}"/>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41929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93D078BD-AB8A-4345-9035-53D22F2B3257}" type="datetime6">
              <a:rPr lang="es-PE" smtClean="0"/>
              <a:t>Marzo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7F95E045-43DC-F64F-8427-01C4927DE3DF}"/>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5393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a:xfrm>
            <a:off x="838200" y="1998617"/>
            <a:ext cx="10515600" cy="3304903"/>
          </a:xfrm>
          <a:prstGeom prst="rect">
            <a:avLst/>
          </a:prstGeom>
        </p:spPr>
        <p:txBody>
          <a:bodyPr/>
          <a:lstStyle>
            <a:lvl1pPr>
              <a:defRPr sz="2400"/>
            </a:lvl1pPr>
            <a:lvl2pPr>
              <a:defRPr sz="2200"/>
            </a:lvl2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67B51771-42A4-45B0-9E2A-31E6848B072B}" type="datetime6">
              <a:rPr lang="es-PE" smtClean="0"/>
              <a:t>Marzo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título 1">
            <a:extLst>
              <a:ext uri="{FF2B5EF4-FFF2-40B4-BE49-F238E27FC236}">
                <a16:creationId xmlns:a16="http://schemas.microsoft.com/office/drawing/2014/main" id="{A687CBB4-B26D-433C-982F-3DCCCFE5C7DF}"/>
              </a:ext>
            </a:extLst>
          </p:cNvPr>
          <p:cNvSpPr>
            <a:spLocks noGrp="1"/>
          </p:cNvSpPr>
          <p:nvPr>
            <p:ph type="title"/>
          </p:nvPr>
        </p:nvSpPr>
        <p:spPr>
          <a:xfrm>
            <a:off x="838200" y="1118824"/>
            <a:ext cx="10515600"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2" name="Marcador de número de diapositiva 5">
            <a:extLst>
              <a:ext uri="{FF2B5EF4-FFF2-40B4-BE49-F238E27FC236}">
                <a16:creationId xmlns:a16="http://schemas.microsoft.com/office/drawing/2014/main" id="{D43F6072-5465-F57A-EF21-56204254D97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4284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5F0A72E7-2671-47A4-AF35-66459EA16402}"/>
              </a:ext>
            </a:extLst>
          </p:cNvPr>
          <p:cNvSpPr>
            <a:spLocks noGrp="1"/>
          </p:cNvSpPr>
          <p:nvPr>
            <p:ph type="dt" sz="half" idx="10"/>
          </p:nvPr>
        </p:nvSpPr>
        <p:spPr/>
        <p:txBody>
          <a:bodyPr/>
          <a:lstStyle/>
          <a:p>
            <a:fld id="{F700D25D-3002-4A58-8B13-21BD8EE61204}" type="datetime6">
              <a:rPr lang="es-PE" smtClean="0"/>
              <a:t>Marzo de 2026</a:t>
            </a:fld>
            <a:endParaRPr lang="es-PE"/>
          </a:p>
        </p:txBody>
      </p:sp>
      <p:sp>
        <p:nvSpPr>
          <p:cNvPr id="8" name="Marcador de pie de página 7">
            <a:extLst>
              <a:ext uri="{FF2B5EF4-FFF2-40B4-BE49-F238E27FC236}">
                <a16:creationId xmlns:a16="http://schemas.microsoft.com/office/drawing/2014/main" id="{486C3314-7415-4B69-9C72-28C2155C4CD0}"/>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Marcador de número de diapositiva 5">
            <a:extLst>
              <a:ext uri="{FF2B5EF4-FFF2-40B4-BE49-F238E27FC236}">
                <a16:creationId xmlns:a16="http://schemas.microsoft.com/office/drawing/2014/main" id="{07477A4A-ECCB-8B69-A47C-30FB4783A444}"/>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65551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D791DECC-10B9-4F40-90A9-2F5BE622FB80}" type="datetime6">
              <a:rPr lang="es-PE" smtClean="0"/>
              <a:t>Marzo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Title 1">
            <a:extLst>
              <a:ext uri="{FF2B5EF4-FFF2-40B4-BE49-F238E27FC236}">
                <a16:creationId xmlns:a16="http://schemas.microsoft.com/office/drawing/2014/main" id="{843278E2-83A6-F38B-4712-926F3DB9B8D5}"/>
              </a:ext>
            </a:extLst>
          </p:cNvPr>
          <p:cNvSpPr>
            <a:spLocks noGrp="1"/>
          </p:cNvSpPr>
          <p:nvPr>
            <p:ph type="title"/>
          </p:nvPr>
        </p:nvSpPr>
        <p:spPr/>
        <p:txBody>
          <a:bodyPr/>
          <a:lstStyle/>
          <a:p>
            <a:r>
              <a:rPr lang="en-US"/>
              <a:t>Click to edit Master title style</a:t>
            </a:r>
            <a:endParaRPr lang="es-PE"/>
          </a:p>
        </p:txBody>
      </p:sp>
      <p:sp>
        <p:nvSpPr>
          <p:cNvPr id="6" name="Marcador de número de diapositiva 5">
            <a:extLst>
              <a:ext uri="{FF2B5EF4-FFF2-40B4-BE49-F238E27FC236}">
                <a16:creationId xmlns:a16="http://schemas.microsoft.com/office/drawing/2014/main" id="{0E5A0FF8-286D-9381-1F09-B45262982152}"/>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256149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10" name="Marcador de fecha 9">
            <a:extLst>
              <a:ext uri="{FF2B5EF4-FFF2-40B4-BE49-F238E27FC236}">
                <a16:creationId xmlns:a16="http://schemas.microsoft.com/office/drawing/2014/main" id="{F008D962-BEC4-402A-A407-79C9AD9F26BE}"/>
              </a:ext>
            </a:extLst>
          </p:cNvPr>
          <p:cNvSpPr>
            <a:spLocks noGrp="1"/>
          </p:cNvSpPr>
          <p:nvPr>
            <p:ph type="dt" sz="half" idx="10"/>
          </p:nvPr>
        </p:nvSpPr>
        <p:spPr/>
        <p:txBody>
          <a:bodyPr/>
          <a:lstStyle/>
          <a:p>
            <a:fld id="{93BC0233-ABB9-4EC0-9B00-FB2CD5E81D0A}" type="datetime6">
              <a:rPr lang="es-PE" smtClean="0"/>
              <a:t>Marzo de 2026</a:t>
            </a:fld>
            <a:endParaRPr lang="es-PE"/>
          </a:p>
        </p:txBody>
      </p:sp>
      <p:sp>
        <p:nvSpPr>
          <p:cNvPr id="11" name="Marcador de pie de página 10">
            <a:extLst>
              <a:ext uri="{FF2B5EF4-FFF2-40B4-BE49-F238E27FC236}">
                <a16:creationId xmlns:a16="http://schemas.microsoft.com/office/drawing/2014/main" id="{3750F3DD-81E0-4125-8E5B-E0A1E304810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4" name="Marcador de número de diapositiva 5">
            <a:extLst>
              <a:ext uri="{FF2B5EF4-FFF2-40B4-BE49-F238E27FC236}">
                <a16:creationId xmlns:a16="http://schemas.microsoft.com/office/drawing/2014/main" id="{9B72A45B-A8B6-53D1-D299-D8D234C35C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73300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a:xfrm>
            <a:off x="838200" y="860424"/>
            <a:ext cx="10515600" cy="779463"/>
          </a:xfrm>
          <a:prstGeom prst="rect">
            <a:avLst/>
          </a:prstGeom>
        </p:spPr>
        <p:txBody>
          <a:body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F9832517-B618-4C30-966E-4CE57A9A4AD9}" type="datetime6">
              <a:rPr lang="es-PE" smtClean="0"/>
              <a:t>Marzo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975A041E-5422-B9D8-43AC-BC8E8410A5B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4055190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D786572F-C44F-4ECE-A2FB-0C63931A9A8E}" type="datetime6">
              <a:rPr lang="es-PE" smtClean="0"/>
              <a:t>Marzo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10" name="Marcador de número de diapositiva 5">
            <a:extLst>
              <a:ext uri="{FF2B5EF4-FFF2-40B4-BE49-F238E27FC236}">
                <a16:creationId xmlns:a16="http://schemas.microsoft.com/office/drawing/2014/main" id="{024E81AF-5ACD-3527-83DB-C9AD4CA08FFF}"/>
              </a:ext>
            </a:extLst>
          </p:cNvPr>
          <p:cNvSpPr>
            <a:spLocks noGrp="1"/>
          </p:cNvSpPr>
          <p:nvPr>
            <p:ph type="sldNum" sz="quarter" idx="12"/>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108079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51E65C4A-DDA2-4FA4-84CD-631E9785E0C4}" type="datetime6">
              <a:rPr lang="es-PE" smtClean="0"/>
              <a:t>Marzo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59D5B90D-729B-0333-8733-D407F4441309}"/>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448726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7C576157-6C99-4927-8D4B-5792D6D36C68}" type="datetime6">
              <a:rPr lang="es-PE" smtClean="0"/>
              <a:t>Marzo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C8F8A8AE-3D1C-5104-BD49-852FD075A3B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918953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a:xfrm>
            <a:off x="838200" y="1001711"/>
            <a:ext cx="10515600" cy="779463"/>
          </a:xfrm>
          <a:prstGeom prst="rect">
            <a:avLst/>
          </a:prstGeom>
        </p:spPr>
        <p:txBody>
          <a:body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a:xfrm>
            <a:off x="838200" y="2108197"/>
            <a:ext cx="10515600" cy="4068765"/>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F9ACE1B8-50E8-41AE-B289-DDEF242637E2}" type="datetime6">
              <a:rPr lang="es-PE" smtClean="0"/>
              <a:t>Marzo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E4FC7515-E45E-EA9E-AB33-84FFF36BD2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522493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a:prstGeom prst="rect">
            <a:avLst/>
          </a:prstGeom>
        </p:spPr>
        <p:txBody>
          <a:bodyPr vert="eaVert"/>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A6B82286-761A-4DF9-BC80-ED7ACDE5A868}" type="datetime6">
              <a:rPr lang="es-PE" smtClean="0"/>
              <a:t>Marzo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9245C2B-EA67-6FB3-B251-E41C031854F1}"/>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324469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E40041-0AC9-F54A-8CD6-2C6E25C00435}"/>
              </a:ext>
            </a:extLst>
          </p:cNvPr>
          <p:cNvSpPr>
            <a:spLocks noGrp="1"/>
          </p:cNvSpPr>
          <p:nvPr>
            <p:ph type="ctrTitle" hasCustomPrompt="1"/>
          </p:nvPr>
        </p:nvSpPr>
        <p:spPr>
          <a:xfrm>
            <a:off x="2628900" y="2314574"/>
            <a:ext cx="7181850" cy="2224781"/>
          </a:xfrm>
        </p:spPr>
        <p:txBody>
          <a:bodyPr anchor="b"/>
          <a:lstStyle>
            <a:lvl1pPr algn="ctr">
              <a:defRPr sz="6000">
                <a:solidFill>
                  <a:schemeClr val="accent1"/>
                </a:solidFill>
                <a:latin typeface="+mj-lt"/>
                <a:cs typeface="Arial" panose="020B0604020202020204" pitchFamily="34" charset="0"/>
              </a:defRPr>
            </a:lvl1pPr>
          </a:lstStyle>
          <a:p>
            <a:r>
              <a:rPr lang="es-ES" dirty="0"/>
              <a:t>Título de clase</a:t>
            </a:r>
            <a:endParaRPr lang="es-PE" dirty="0"/>
          </a:p>
        </p:txBody>
      </p:sp>
      <p:sp>
        <p:nvSpPr>
          <p:cNvPr id="3" name="Subtítulo 2">
            <a:extLst>
              <a:ext uri="{FF2B5EF4-FFF2-40B4-BE49-F238E27FC236}">
                <a16:creationId xmlns:a16="http://schemas.microsoft.com/office/drawing/2014/main" id="{3F940FCB-6F03-EA41-B8CA-B38BB6401CE1}"/>
              </a:ext>
            </a:extLst>
          </p:cNvPr>
          <p:cNvSpPr>
            <a:spLocks noGrp="1"/>
          </p:cNvSpPr>
          <p:nvPr>
            <p:ph type="subTitle" idx="1" hasCustomPrompt="1"/>
          </p:nvPr>
        </p:nvSpPr>
        <p:spPr>
          <a:xfrm>
            <a:off x="9810750" y="4539355"/>
            <a:ext cx="2131452" cy="651770"/>
          </a:xfrm>
        </p:spPr>
        <p:txBody>
          <a:bodyPr anchor="ctr">
            <a:normAutofit/>
          </a:bodyPr>
          <a:lstStyle>
            <a:lvl1pPr marL="0" indent="0" algn="ctr">
              <a:buNone/>
              <a:defRPr sz="4000" b="1">
                <a:solidFill>
                  <a:schemeClr val="bg1"/>
                </a:solidFill>
                <a:latin typeface="+mj-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2023</a:t>
            </a:r>
            <a:endParaRPr lang="es-PE" dirty="0"/>
          </a:p>
        </p:txBody>
      </p:sp>
      <p:sp>
        <p:nvSpPr>
          <p:cNvPr id="11" name="Marcador de pie de página 4">
            <a:extLst>
              <a:ext uri="{FF2B5EF4-FFF2-40B4-BE49-F238E27FC236}">
                <a16:creationId xmlns:a16="http://schemas.microsoft.com/office/drawing/2014/main" id="{409037FA-8AD4-46E6-D14A-A0B5918A9F7B}"/>
              </a:ext>
            </a:extLst>
          </p:cNvPr>
          <p:cNvSpPr>
            <a:spLocks noGrp="1"/>
          </p:cNvSpPr>
          <p:nvPr>
            <p:ph type="ftr" sz="quarter" idx="11"/>
          </p:nvPr>
        </p:nvSpPr>
        <p:spPr>
          <a:xfrm>
            <a:off x="2628900" y="326688"/>
            <a:ext cx="4114800" cy="365125"/>
          </a:xfrm>
        </p:spPr>
        <p:txBody>
          <a:bodyPr/>
          <a:lstStyle>
            <a:lvl1pPr>
              <a:defRPr>
                <a:solidFill>
                  <a:schemeClr val="bg1"/>
                </a:solidFill>
              </a:defRPr>
            </a:lvl1pPr>
          </a:lstStyle>
          <a:p>
            <a:r>
              <a:rPr lang="en-US" dirty="0" err="1"/>
              <a:t>Nombre</a:t>
            </a:r>
            <a:r>
              <a:rPr lang="en-US" dirty="0"/>
              <a:t> de </a:t>
            </a:r>
            <a:r>
              <a:rPr lang="en-US" dirty="0" err="1"/>
              <a:t>Curso</a:t>
            </a:r>
            <a:endParaRPr lang="es-PE" sz="800" dirty="0"/>
          </a:p>
        </p:txBody>
      </p:sp>
      <p:sp>
        <p:nvSpPr>
          <p:cNvPr id="6" name="Text Placeholder 5">
            <a:extLst>
              <a:ext uri="{FF2B5EF4-FFF2-40B4-BE49-F238E27FC236}">
                <a16:creationId xmlns:a16="http://schemas.microsoft.com/office/drawing/2014/main" id="{D1CC77DF-7156-87EC-5584-40C3F6286139}"/>
              </a:ext>
            </a:extLst>
          </p:cNvPr>
          <p:cNvSpPr>
            <a:spLocks noGrp="1"/>
          </p:cNvSpPr>
          <p:nvPr>
            <p:ph type="body" sz="quarter" idx="12" hasCustomPrompt="1"/>
          </p:nvPr>
        </p:nvSpPr>
        <p:spPr>
          <a:xfrm>
            <a:off x="374057" y="6089066"/>
            <a:ext cx="4100513" cy="440147"/>
          </a:xfrm>
        </p:spPr>
        <p:txBody>
          <a:bodyPr/>
          <a:lstStyle>
            <a:lvl1pPr marL="0" indent="0">
              <a:buClr>
                <a:schemeClr val="accent6"/>
              </a:buClr>
              <a:buNone/>
              <a:defRPr>
                <a:solidFill>
                  <a:schemeClr val="bg1"/>
                </a:solidFill>
              </a:defRPr>
            </a:lvl1pPr>
            <a:lvl2pPr>
              <a:buClr>
                <a:schemeClr val="accent6"/>
              </a:buClr>
              <a:defRPr>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n-US" dirty="0" err="1"/>
              <a:t>Nombre</a:t>
            </a:r>
            <a:r>
              <a:rPr lang="en-US" dirty="0"/>
              <a:t> de </a:t>
            </a:r>
            <a:r>
              <a:rPr lang="en-US" dirty="0" err="1"/>
              <a:t>Profesor</a:t>
            </a:r>
            <a:endParaRPr lang="es-PE" dirty="0"/>
          </a:p>
        </p:txBody>
      </p:sp>
    </p:spTree>
    <p:extLst>
      <p:ext uri="{BB962C8B-B14F-4D97-AF65-F5344CB8AC3E}">
        <p14:creationId xmlns:p14="http://schemas.microsoft.com/office/powerpoint/2010/main" val="381003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93893" y="4999970"/>
            <a:ext cx="3339907" cy="717550"/>
          </a:xfrm>
        </p:spPr>
        <p:txBody>
          <a:bodyPr>
            <a:noAutofit/>
          </a:bodyPr>
          <a:lstStyle>
            <a:lvl1pPr algn="ctr">
              <a:defRPr sz="2800">
                <a:solidFill>
                  <a:schemeClr val="bg1"/>
                </a:solidFill>
                <a:latin typeface="+mj-lt"/>
                <a:cs typeface="Arial" panose="020B0604020202020204" pitchFamily="34" charset="0"/>
              </a:defRPr>
            </a:lvl1pPr>
          </a:lstStyle>
          <a:p>
            <a:r>
              <a:rPr lang="en-US" dirty="0" err="1"/>
              <a:t>Título</a:t>
            </a:r>
            <a:endParaRPr lang="es-PE" dirty="0"/>
          </a:p>
        </p:txBody>
      </p:sp>
      <p:sp>
        <p:nvSpPr>
          <p:cNvPr id="3" name="Marcador de contenido 2">
            <a:extLst>
              <a:ext uri="{FF2B5EF4-FFF2-40B4-BE49-F238E27FC236}">
                <a16:creationId xmlns:a16="http://schemas.microsoft.com/office/drawing/2014/main" id="{AE333C54-732D-4A5F-8493-6279F2718CD3}"/>
              </a:ext>
            </a:extLst>
          </p:cNvPr>
          <p:cNvSpPr>
            <a:spLocks noGrp="1"/>
          </p:cNvSpPr>
          <p:nvPr>
            <p:ph idx="1"/>
          </p:nvPr>
        </p:nvSpPr>
        <p:spPr>
          <a:xfrm>
            <a:off x="4622993" y="1285875"/>
            <a:ext cx="6851456" cy="4072870"/>
          </a:xfrm>
        </p:spPr>
        <p:txBody>
          <a:bodyPr/>
          <a:lstStyle>
            <a:lvl1pPr marL="228600" indent="-228600">
              <a:buClr>
                <a:schemeClr val="accent1"/>
              </a:buClr>
              <a:buFontTx/>
              <a:buChar char="•"/>
              <a:defRPr>
                <a:solidFill>
                  <a:schemeClr val="tx1"/>
                </a:solidFill>
              </a:defRPr>
            </a:lvl1pPr>
            <a:lvl2pPr marL="685800" indent="-228600">
              <a:buClr>
                <a:schemeClr val="accent1"/>
              </a:buClr>
              <a:buFontTx/>
              <a:buChar char="•"/>
              <a:defRPr>
                <a:solidFill>
                  <a:schemeClr val="tx1"/>
                </a:solidFill>
              </a:defRPr>
            </a:lvl2pPr>
            <a:lvl3pPr marL="1143000" indent="-228600">
              <a:buClr>
                <a:schemeClr val="accent1"/>
              </a:buClr>
              <a:buFontTx/>
              <a:buChar char="•"/>
              <a:defRPr>
                <a:solidFill>
                  <a:schemeClr val="tx1"/>
                </a:solidFill>
              </a:defRPr>
            </a:lvl3pPr>
            <a:lvl4pPr marL="1600200" indent="-228600">
              <a:buClr>
                <a:schemeClr val="accent1"/>
              </a:buClr>
              <a:buSzPct val="70000"/>
              <a:buFontTx/>
              <a:buChar char="•"/>
              <a:defRPr>
                <a:solidFill>
                  <a:schemeClr val="tx1"/>
                </a:solidFill>
              </a:defRPr>
            </a:lvl4pPr>
            <a:lvl5pPr marL="2057400" indent="-228600">
              <a:buClr>
                <a:schemeClr val="accent1"/>
              </a:buClr>
              <a:buSzPct val="50000"/>
              <a:buFontTx/>
              <a:buChar char="•"/>
              <a:defRPr>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F12D76C1-E4EF-42D1-88E3-B3E1BE457EF7}" type="datetime6">
              <a:rPr lang="es-PE" smtClean="0"/>
              <a:t>Marzo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lvl1pPr>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3701422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936BE4A0-0EF9-4513-98D7-49E1F009126F}" type="datetime6">
              <a:rPr lang="es-PE" smtClean="0"/>
              <a:t>Marzo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1150541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Marzo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32324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Marzo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49086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ángulo redondeado 9">
            <a:extLst>
              <a:ext uri="{FF2B5EF4-FFF2-40B4-BE49-F238E27FC236}">
                <a16:creationId xmlns:a16="http://schemas.microsoft.com/office/drawing/2014/main" id="{24F721D9-3A4E-DA31-4304-76691E23E80D}"/>
              </a:ext>
            </a:extLst>
          </p:cNvPr>
          <p:cNvSpPr/>
          <p:nvPr userDrawn="1"/>
        </p:nvSpPr>
        <p:spPr>
          <a:xfrm>
            <a:off x="838200" y="2024743"/>
            <a:ext cx="9716589" cy="3843644"/>
          </a:xfrm>
          <a:prstGeom prst="roundRect">
            <a:avLst>
              <a:gd name="adj" fmla="val 6011"/>
            </a:avLst>
          </a:prstGeom>
          <a:solidFill>
            <a:srgbClr val="0A2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tLang="es-PE" sz="2000" b="1" dirty="0">
              <a:solidFill>
                <a:schemeClr val="bg1"/>
              </a:solidFill>
              <a:latin typeface="Montserrat" pitchFamily="2" charset="77"/>
            </a:endParaRPr>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Marzo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buClr>
                <a:schemeClr val="accent6"/>
              </a:buClr>
              <a:defRPr sz="2400">
                <a:solidFill>
                  <a:schemeClr val="bg1"/>
                </a:solidFill>
              </a:defRPr>
            </a:lvl1pPr>
            <a:lvl2pPr>
              <a:buClr>
                <a:schemeClr val="accent6"/>
              </a:buClr>
              <a:defRPr sz="2200">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195278651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p:nvPr>
        </p:nvSpPr>
        <p:spPr>
          <a:xfrm>
            <a:off x="2295525" y="2549525"/>
            <a:ext cx="5162550" cy="1555750"/>
          </a:xfrm>
        </p:spPr>
        <p:txBody>
          <a:bodyPr anchor="b">
            <a:normAutofit/>
          </a:bodyPr>
          <a:lstStyle>
            <a:lvl1pPr algn="ctr">
              <a:defRPr sz="36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pic>
        <p:nvPicPr>
          <p:cNvPr id="6" name="Imagen 5">
            <a:extLst>
              <a:ext uri="{FF2B5EF4-FFF2-40B4-BE49-F238E27FC236}">
                <a16:creationId xmlns:a16="http://schemas.microsoft.com/office/drawing/2014/main" id="{6D79D4C0-AA8A-45B0-85A5-1FD89F1DDE6D}"/>
              </a:ext>
            </a:extLst>
          </p:cNvPr>
          <p:cNvPicPr>
            <a:picLocks noChangeAspect="1"/>
          </p:cNvPicPr>
          <p:nvPr userDrawn="1"/>
        </p:nvPicPr>
        <p:blipFill>
          <a:blip r:embed="rId3"/>
          <a:stretch>
            <a:fillRect/>
          </a:stretch>
        </p:blipFill>
        <p:spPr>
          <a:xfrm>
            <a:off x="7503038" y="2635960"/>
            <a:ext cx="1314090" cy="1371600"/>
          </a:xfrm>
          <a:prstGeom prst="rect">
            <a:avLst/>
          </a:prstGeom>
        </p:spPr>
      </p:pic>
    </p:spTree>
    <p:extLst>
      <p:ext uri="{BB962C8B-B14F-4D97-AF65-F5344CB8AC3E}">
        <p14:creationId xmlns:p14="http://schemas.microsoft.com/office/powerpoint/2010/main" val="2328364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hasCustomPrompt="1"/>
          </p:nvPr>
        </p:nvSpPr>
        <p:spPr>
          <a:xfrm>
            <a:off x="3514724" y="663575"/>
            <a:ext cx="7762875" cy="1079500"/>
          </a:xfrm>
        </p:spPr>
        <p:txBody>
          <a:bodyPr anchor="ctr">
            <a:normAutofit/>
          </a:bodyPr>
          <a:lstStyle>
            <a:lvl1pPr algn="ctr">
              <a:defRPr sz="28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spTree>
    <p:extLst>
      <p:ext uri="{BB962C8B-B14F-4D97-AF65-F5344CB8AC3E}">
        <p14:creationId xmlns:p14="http://schemas.microsoft.com/office/powerpoint/2010/main" val="3764727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trada" type="blank">
  <p:cSld name="entrada">
    <p:spTree>
      <p:nvGrpSpPr>
        <p:cNvPr id="1" name="Shape 14"/>
        <p:cNvGrpSpPr/>
        <p:nvPr/>
      </p:nvGrpSpPr>
      <p:grpSpPr>
        <a:xfrm>
          <a:off x="0" y="0"/>
          <a:ext cx="0" cy="0"/>
          <a:chOff x="0" y="0"/>
          <a:chExt cx="0" cy="0"/>
        </a:xfrm>
      </p:grpSpPr>
      <p:sp>
        <p:nvSpPr>
          <p:cNvPr id="15" name="Google Shape;15;p2"/>
          <p:cNvSpPr/>
          <p:nvPr/>
        </p:nvSpPr>
        <p:spPr>
          <a:xfrm>
            <a:off x="0" y="-17314"/>
            <a:ext cx="12192000" cy="6858000"/>
          </a:xfrm>
          <a:prstGeom prst="rect">
            <a:avLst/>
          </a:prstGeom>
          <a:solidFill>
            <a:srgbClr val="00B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7" name="Google Shape;17;p2"/>
          <p:cNvPicPr preferRelativeResize="0">
            <a:picLocks noChangeAspect="1"/>
          </p:cNvPicPr>
          <p:nvPr/>
        </p:nvPicPr>
        <p:blipFill>
          <a:blip r:embed="rId2"/>
          <a:srcRect/>
          <a:stretch/>
        </p:blipFill>
        <p:spPr>
          <a:xfrm>
            <a:off x="6672059" y="2777043"/>
            <a:ext cx="4686308" cy="1389600"/>
          </a:xfrm>
          <a:prstGeom prst="rect">
            <a:avLst/>
          </a:prstGeom>
          <a:noFill/>
          <a:ln>
            <a:noFill/>
          </a:ln>
        </p:spPr>
      </p:pic>
      <p:sp>
        <p:nvSpPr>
          <p:cNvPr id="2" name="Rectángulo 1">
            <a:extLst>
              <a:ext uri="{FF2B5EF4-FFF2-40B4-BE49-F238E27FC236}">
                <a16:creationId xmlns:a16="http://schemas.microsoft.com/office/drawing/2014/main" id="{C63A0B1C-38C6-4A94-BC53-9378BD6F4196}"/>
              </a:ext>
            </a:extLst>
          </p:cNvPr>
          <p:cNvSpPr/>
          <p:nvPr/>
        </p:nvSpPr>
        <p:spPr>
          <a:xfrm>
            <a:off x="604699"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a:extLst>
              <a:ext uri="{FF2B5EF4-FFF2-40B4-BE49-F238E27FC236}">
                <a16:creationId xmlns:a16="http://schemas.microsoft.com/office/drawing/2014/main" id="{709FF01B-D296-4FC4-86C6-18C1AA1F0700}"/>
              </a:ext>
            </a:extLst>
          </p:cNvPr>
          <p:cNvSpPr>
            <a:spLocks noChangeAspect="1"/>
          </p:cNvSpPr>
          <p:nvPr/>
        </p:nvSpPr>
        <p:spPr>
          <a:xfrm>
            <a:off x="2087026" y="5059599"/>
            <a:ext cx="1476000" cy="1475999"/>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grama de flujo: retraso 3">
            <a:extLst>
              <a:ext uri="{FF2B5EF4-FFF2-40B4-BE49-F238E27FC236}">
                <a16:creationId xmlns:a16="http://schemas.microsoft.com/office/drawing/2014/main" id="{F33AB0F3-5E83-4F73-B1B3-E7FFB7FAC1CF}"/>
              </a:ext>
            </a:extLst>
          </p:cNvPr>
          <p:cNvSpPr>
            <a:spLocks/>
          </p:cNvSpPr>
          <p:nvPr/>
        </p:nvSpPr>
        <p:spPr>
          <a:xfrm>
            <a:off x="604699" y="3568509"/>
            <a:ext cx="1476000" cy="1476000"/>
          </a:xfrm>
          <a:prstGeom prst="flowChartDela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írculo parcial 4">
            <a:extLst>
              <a:ext uri="{FF2B5EF4-FFF2-40B4-BE49-F238E27FC236}">
                <a16:creationId xmlns:a16="http://schemas.microsoft.com/office/drawing/2014/main" id="{E01F752C-EAF0-4FBF-B895-7C40EAE76E6B}"/>
              </a:ext>
            </a:extLst>
          </p:cNvPr>
          <p:cNvSpPr>
            <a:spLocks noChangeAspect="1"/>
          </p:cNvSpPr>
          <p:nvPr/>
        </p:nvSpPr>
        <p:spPr>
          <a:xfrm>
            <a:off x="2080320" y="3578476"/>
            <a:ext cx="2934000" cy="2934000"/>
          </a:xfrm>
          <a:prstGeom prst="pie">
            <a:avLst>
              <a:gd name="adj1" fmla="val 16194402"/>
              <a:gd name="adj2" fmla="val 695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ángulo 8">
            <a:extLst>
              <a:ext uri="{FF2B5EF4-FFF2-40B4-BE49-F238E27FC236}">
                <a16:creationId xmlns:a16="http://schemas.microsoft.com/office/drawing/2014/main" id="{7508BC26-9C42-409E-A296-12A08043B847}"/>
              </a:ext>
            </a:extLst>
          </p:cNvPr>
          <p:cNvSpPr/>
          <p:nvPr/>
        </p:nvSpPr>
        <p:spPr>
          <a:xfrm>
            <a:off x="2072388" y="3577936"/>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írculo parcial 5">
            <a:extLst>
              <a:ext uri="{FF2B5EF4-FFF2-40B4-BE49-F238E27FC236}">
                <a16:creationId xmlns:a16="http://schemas.microsoft.com/office/drawing/2014/main" id="{A6B1ED3D-FC35-4A2C-AEA0-527CA60D93D8}"/>
              </a:ext>
            </a:extLst>
          </p:cNvPr>
          <p:cNvSpPr>
            <a:spLocks noChangeAspect="1"/>
          </p:cNvSpPr>
          <p:nvPr/>
        </p:nvSpPr>
        <p:spPr>
          <a:xfrm rot="10800000">
            <a:off x="-821269" y="574219"/>
            <a:ext cx="2857435" cy="2995143"/>
          </a:xfrm>
          <a:prstGeom prst="pie">
            <a:avLst>
              <a:gd name="adj1" fmla="val 5387486"/>
              <a:gd name="adj2" fmla="val 16200000"/>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 name="Grupo 7">
            <a:extLst>
              <a:ext uri="{FF2B5EF4-FFF2-40B4-BE49-F238E27FC236}">
                <a16:creationId xmlns:a16="http://schemas.microsoft.com/office/drawing/2014/main" id="{1EFD23FD-AE29-404D-8F53-1FD009AE807B}"/>
              </a:ext>
            </a:extLst>
          </p:cNvPr>
          <p:cNvGrpSpPr/>
          <p:nvPr/>
        </p:nvGrpSpPr>
        <p:grpSpPr>
          <a:xfrm>
            <a:off x="2087136" y="2123409"/>
            <a:ext cx="1448999" cy="1443249"/>
            <a:chOff x="2118675" y="2004020"/>
            <a:chExt cx="1448999" cy="1443249"/>
          </a:xfrm>
        </p:grpSpPr>
        <p:sp>
          <p:nvSpPr>
            <p:cNvPr id="7" name="Elipse 6">
              <a:extLst>
                <a:ext uri="{FF2B5EF4-FFF2-40B4-BE49-F238E27FC236}">
                  <a16:creationId xmlns:a16="http://schemas.microsoft.com/office/drawing/2014/main" id="{ECAC50A2-CB41-4C53-93C3-5260E20DE2E5}"/>
                </a:ext>
              </a:extLst>
            </p:cNvPr>
            <p:cNvSpPr>
              <a:spLocks noChangeAspect="1"/>
            </p:cNvSpPr>
            <p:nvPr/>
          </p:nvSpPr>
          <p:spPr>
            <a:xfrm>
              <a:off x="2847674" y="2004020"/>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CE6D1487-82A4-4496-B087-91DD796DE7FE}"/>
                </a:ext>
              </a:extLst>
            </p:cNvPr>
            <p:cNvSpPr>
              <a:spLocks noChangeAspect="1"/>
            </p:cNvSpPr>
            <p:nvPr/>
          </p:nvSpPr>
          <p:spPr>
            <a:xfrm>
              <a:off x="2118675" y="2727269"/>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C95F40AB-463C-4C6E-915C-5D6DF55A451C}"/>
                </a:ext>
              </a:extLst>
            </p:cNvPr>
            <p:cNvSpPr>
              <a:spLocks noChangeAspect="1"/>
            </p:cNvSpPr>
            <p:nvPr/>
          </p:nvSpPr>
          <p:spPr>
            <a:xfrm>
              <a:off x="2847674" y="2727269"/>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a:extLst>
                <a:ext uri="{FF2B5EF4-FFF2-40B4-BE49-F238E27FC236}">
                  <a16:creationId xmlns:a16="http://schemas.microsoft.com/office/drawing/2014/main" id="{A7CDF41D-9C35-41E7-8E2B-2AA7C91BEC03}"/>
                </a:ext>
              </a:extLst>
            </p:cNvPr>
            <p:cNvSpPr>
              <a:spLocks noChangeAspect="1"/>
            </p:cNvSpPr>
            <p:nvPr/>
          </p:nvSpPr>
          <p:spPr>
            <a:xfrm>
              <a:off x="2118675" y="200402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ángulo 17">
            <a:extLst>
              <a:ext uri="{FF2B5EF4-FFF2-40B4-BE49-F238E27FC236}">
                <a16:creationId xmlns:a16="http://schemas.microsoft.com/office/drawing/2014/main" id="{03FA7743-AFB1-4869-99F7-BBBF6B5081B5}"/>
              </a:ext>
            </a:extLst>
          </p:cNvPr>
          <p:cNvSpPr/>
          <p:nvPr/>
        </p:nvSpPr>
        <p:spPr>
          <a:xfrm>
            <a:off x="3540368"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írculo parcial 18">
            <a:extLst>
              <a:ext uri="{FF2B5EF4-FFF2-40B4-BE49-F238E27FC236}">
                <a16:creationId xmlns:a16="http://schemas.microsoft.com/office/drawing/2014/main" id="{9EEB8DCE-7E2B-489A-B839-B10110611D97}"/>
              </a:ext>
            </a:extLst>
          </p:cNvPr>
          <p:cNvSpPr>
            <a:spLocks noChangeAspect="1"/>
          </p:cNvSpPr>
          <p:nvPr/>
        </p:nvSpPr>
        <p:spPr>
          <a:xfrm>
            <a:off x="3552087" y="5048742"/>
            <a:ext cx="2934000" cy="2934000"/>
          </a:xfrm>
          <a:prstGeom prst="pie">
            <a:avLst>
              <a:gd name="adj1" fmla="val 16202562"/>
              <a:gd name="adj2" fmla="val 1644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65375673"/>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8"/>
        <p:cNvGrpSpPr/>
        <p:nvPr/>
      </p:nvGrpSpPr>
      <p:grpSpPr>
        <a:xfrm>
          <a:off x="0" y="0"/>
          <a:ext cx="0" cy="0"/>
          <a:chOff x="0" y="0"/>
          <a:chExt cx="0" cy="0"/>
        </a:xfrm>
      </p:grpSpPr>
      <p:pic>
        <p:nvPicPr>
          <p:cNvPr id="19" name="Google Shape;19;p3"/>
          <p:cNvPicPr preferRelativeResize="0">
            <a:picLocks noChangeAspect="1"/>
          </p:cNvPicPr>
          <p:nvPr/>
        </p:nvPicPr>
        <p:blipFill>
          <a:blip r:embed="rId2"/>
          <a:srcRect/>
          <a:stretch/>
        </p:blipFill>
        <p:spPr>
          <a:xfrm>
            <a:off x="3853671" y="5579102"/>
            <a:ext cx="4484658" cy="828000"/>
          </a:xfrm>
          <a:prstGeom prst="rect">
            <a:avLst/>
          </a:prstGeom>
          <a:noFill/>
          <a:ln>
            <a:noFill/>
          </a:ln>
        </p:spPr>
      </p:pic>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s-ES"/>
              <a:t>Haga clic para modificar el estilo de subtítulo del patrón</a:t>
            </a:r>
            <a:endParaRPr dirty="0"/>
          </a:p>
        </p:txBody>
      </p:sp>
    </p:spTree>
    <p:extLst>
      <p:ext uri="{BB962C8B-B14F-4D97-AF65-F5344CB8AC3E}">
        <p14:creationId xmlns:p14="http://schemas.microsoft.com/office/powerpoint/2010/main" val="3728131458"/>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ido con título" userDrawn="1">
  <p:cSld name="Contenido con título">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9788" y="457200"/>
            <a:ext cx="10541385" cy="6613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dirty="0"/>
              <a:t>Haga clic para modificar el estilo de título del patrón</a:t>
            </a:r>
            <a:endParaRPr dirty="0"/>
          </a:p>
        </p:txBody>
      </p:sp>
      <p:sp>
        <p:nvSpPr>
          <p:cNvPr id="26" name="Google Shape;26;p4"/>
          <p:cNvSpPr/>
          <p:nvPr/>
        </p:nvSpPr>
        <p:spPr>
          <a:xfrm>
            <a:off x="-44525" y="5717000"/>
            <a:ext cx="10127400" cy="9393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8753475" y="5717000"/>
            <a:ext cx="22666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1020286" y="5716955"/>
            <a:ext cx="939300" cy="939300"/>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A970058A-F152-4A93-A50A-BC853F5A4603}"/>
              </a:ext>
            </a:extLst>
          </p:cNvPr>
          <p:cNvPicPr>
            <a:picLocks noChangeAspect="1"/>
          </p:cNvPicPr>
          <p:nvPr/>
        </p:nvPicPr>
        <p:blipFill rotWithShape="1">
          <a:blip r:embed="rId2"/>
          <a:srcRect l="25217"/>
          <a:stretch/>
        </p:blipFill>
        <p:spPr>
          <a:xfrm>
            <a:off x="8929708" y="5954450"/>
            <a:ext cx="1856985" cy="464401"/>
          </a:xfrm>
          <a:prstGeom prst="rect">
            <a:avLst/>
          </a:prstGeom>
        </p:spPr>
      </p:pic>
      <p:sp>
        <p:nvSpPr>
          <p:cNvPr id="30" name="Google Shape;30;p4"/>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31" name="Google Shape;31;p4"/>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dirty="0">
                <a:solidFill>
                  <a:schemeClr val="lt1"/>
                </a:solidFill>
                <a:latin typeface="Arial"/>
                <a:ea typeface="Arial"/>
                <a:cs typeface="Arial"/>
                <a:sym typeface="Arial"/>
              </a:rPr>
              <a:t>Gestión de Servicios TICS</a:t>
            </a:r>
            <a:endParaRPr sz="1600" b="1" i="0" u="none" strike="noStrike" cap="none" dirty="0">
              <a:solidFill>
                <a:schemeClr val="lt1"/>
              </a:solidFill>
              <a:latin typeface="Arial"/>
              <a:ea typeface="Arial"/>
              <a:cs typeface="Arial"/>
              <a:sym typeface="Arial"/>
            </a:endParaRPr>
          </a:p>
        </p:txBody>
      </p:sp>
      <p:pic>
        <p:nvPicPr>
          <p:cNvPr id="13" name="Imagen 12">
            <a:extLst>
              <a:ext uri="{FF2B5EF4-FFF2-40B4-BE49-F238E27FC236}">
                <a16:creationId xmlns:a16="http://schemas.microsoft.com/office/drawing/2014/main" id="{A2396329-D7D9-4B93-942B-A183A1B92BE8}"/>
              </a:ext>
            </a:extLst>
          </p:cNvPr>
          <p:cNvPicPr>
            <a:picLocks noChangeAspect="1"/>
          </p:cNvPicPr>
          <p:nvPr/>
        </p:nvPicPr>
        <p:blipFill rotWithShape="1">
          <a:blip r:embed="rId2"/>
          <a:srcRect r="74783"/>
          <a:stretch/>
        </p:blipFill>
        <p:spPr>
          <a:xfrm>
            <a:off x="7975126" y="5954450"/>
            <a:ext cx="626177" cy="464401"/>
          </a:xfrm>
          <a:prstGeom prst="rect">
            <a:avLst/>
          </a:prstGeom>
        </p:spPr>
      </p:pic>
      <p:sp>
        <p:nvSpPr>
          <p:cNvPr id="2" name="Marcador de contenido 2">
            <a:extLst>
              <a:ext uri="{FF2B5EF4-FFF2-40B4-BE49-F238E27FC236}">
                <a16:creationId xmlns:a16="http://schemas.microsoft.com/office/drawing/2014/main" id="{AB211C49-C810-3E0D-3267-28A3B2D88BD7}"/>
              </a:ext>
            </a:extLst>
          </p:cNvPr>
          <p:cNvSpPr>
            <a:spLocks noGrp="1"/>
          </p:cNvSpPr>
          <p:nvPr>
            <p:ph idx="1"/>
          </p:nvPr>
        </p:nvSpPr>
        <p:spPr>
          <a:xfrm>
            <a:off x="839788" y="1495948"/>
            <a:ext cx="10541385"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161554074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43" name="Google Shape;43;p6"/>
          <p:cNvSpPr txBox="1">
            <a:spLocks noGrp="1"/>
          </p:cNvSpPr>
          <p:nvPr>
            <p:ph type="body" idx="1"/>
          </p:nvPr>
        </p:nvSpPr>
        <p:spPr>
          <a:xfrm>
            <a:off x="838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4" name="Google Shape;44;p6"/>
          <p:cNvSpPr txBox="1">
            <a:spLocks noGrp="1"/>
          </p:cNvSpPr>
          <p:nvPr>
            <p:ph type="body" idx="2"/>
          </p:nvPr>
        </p:nvSpPr>
        <p:spPr>
          <a:xfrm>
            <a:off x="6172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5" name="Google Shape;45;p6"/>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6"/>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8" name="Google Shape;48;p6"/>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49" name="Google Shape;49;p6"/>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50" name="Google Shape;50;p6"/>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430855117"/>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53" name="Google Shape;53;p7"/>
          <p:cNvSpPr>
            <a:spLocks noGrp="1"/>
          </p:cNvSpPr>
          <p:nvPr>
            <p:ph type="pic" idx="2"/>
          </p:nvPr>
        </p:nvSpPr>
        <p:spPr>
          <a:xfrm>
            <a:off x="5183200" y="987425"/>
            <a:ext cx="6172200" cy="3204300"/>
          </a:xfrm>
          <a:prstGeom prst="rect">
            <a:avLst/>
          </a:prstGeom>
          <a:noFill/>
          <a:ln>
            <a:noFill/>
          </a:ln>
        </p:spPr>
      </p:sp>
      <p:sp>
        <p:nvSpPr>
          <p:cNvPr id="54" name="Google Shape;54;p7"/>
          <p:cNvSpPr txBox="1">
            <a:spLocks noGrp="1"/>
          </p:cNvSpPr>
          <p:nvPr>
            <p:ph type="body" idx="1"/>
          </p:nvPr>
        </p:nvSpPr>
        <p:spPr>
          <a:xfrm>
            <a:off x="839800" y="2057400"/>
            <a:ext cx="3932100" cy="2344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s-ES"/>
              <a:t>Haga clic para modificar los estilos de texto del patrón</a:t>
            </a:r>
          </a:p>
        </p:txBody>
      </p:sp>
      <p:sp>
        <p:nvSpPr>
          <p:cNvPr id="55" name="Google Shape;55;p7"/>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7"/>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7"/>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59" name="Google Shape;59;p7"/>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0" name="Google Shape;60;p7"/>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738409940"/>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63" name="Google Shape;63;p8"/>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64" name="Google Shape;64;p8"/>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8"/>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8"/>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7" name="Google Shape;67;p8"/>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68" name="Google Shape;68;p8"/>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9" name="Google Shape;69;p8"/>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14587653"/>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72" name="Google Shape;72;p9"/>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73" name="Google Shape;73;p9"/>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9"/>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9"/>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6" name="Google Shape;76;p9"/>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77" name="Google Shape;77;p9"/>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78" name="Google Shape;78;p9"/>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843228063"/>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y objetos 1" type="obj">
  <p:cSld name="Título y objetos 1">
    <p:spTree>
      <p:nvGrpSpPr>
        <p:cNvPr id="1" name="Shape 79"/>
        <p:cNvGrpSpPr/>
        <p:nvPr/>
      </p:nvGrpSpPr>
      <p:grpSpPr>
        <a:xfrm>
          <a:off x="0" y="0"/>
          <a:ext cx="0" cy="0"/>
          <a:chOff x="0" y="0"/>
          <a:chExt cx="0" cy="0"/>
        </a:xfrm>
      </p:grpSpPr>
      <p:sp>
        <p:nvSpPr>
          <p:cNvPr id="80" name="Google Shape;80;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1" name="Google Shape;81;p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2" name="Google Shape;82;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Marzo de 2026</a:t>
            </a:fld>
            <a:endParaRPr lang="es-PE" dirty="0"/>
          </a:p>
        </p:txBody>
      </p:sp>
      <p:sp>
        <p:nvSpPr>
          <p:cNvPr id="83" name="Google Shape;83;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84" name="Google Shape;84;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1216440013"/>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7" name="Google Shape;87;p11"/>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88" name="Google Shape;88;p11"/>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9" name="Google Shape;89;p11"/>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90" name="Google Shape;90;p11"/>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91" name="Google Shape;9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Marzo de 2026</a:t>
            </a:fld>
            <a:endParaRPr lang="es-PE" dirty="0"/>
          </a:p>
        </p:txBody>
      </p:sp>
      <p:sp>
        <p:nvSpPr>
          <p:cNvPr id="92" name="Google Shape;9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93" name="Google Shape;9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147560747"/>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image" Target="../media/image2.png"/><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10" Type="http://schemas.openxmlformats.org/officeDocument/2006/relationships/theme" Target="../theme/theme4.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AE6F4FD-2238-AD4E-867E-E58E2DFA1692}"/>
              </a:ext>
            </a:extLst>
          </p:cNvPr>
          <p:cNvSpPr>
            <a:spLocks noGrp="1"/>
          </p:cNvSpPr>
          <p:nvPr>
            <p:ph type="title"/>
          </p:nvPr>
        </p:nvSpPr>
        <p:spPr>
          <a:xfrm>
            <a:off x="838200" y="1065212"/>
            <a:ext cx="9716589"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C60C6D7E-5BBC-B741-BB4C-3A3ED127A9AB}"/>
              </a:ext>
            </a:extLst>
          </p:cNvPr>
          <p:cNvSpPr>
            <a:spLocks noGrp="1"/>
          </p:cNvSpPr>
          <p:nvPr>
            <p:ph type="body" idx="1"/>
          </p:nvPr>
        </p:nvSpPr>
        <p:spPr>
          <a:xfrm>
            <a:off x="838200" y="2024743"/>
            <a:ext cx="9716589" cy="3843645"/>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2262"/>
            <a:ext cx="1638300" cy="365125"/>
          </a:xfrm>
          <a:prstGeom prst="rect">
            <a:avLst/>
          </a:prstGeom>
        </p:spPr>
        <p:txBody>
          <a:bodyPr vert="horz" lIns="91440" tIns="45720" rIns="91440" bIns="45720" rtlCol="0" anchor="ctr"/>
          <a:lstStyle>
            <a:lvl1pPr algn="l">
              <a:defRPr sz="1400">
                <a:solidFill>
                  <a:schemeClr val="tx1"/>
                </a:solidFill>
              </a:defRPr>
            </a:lvl1pPr>
          </a:lstStyle>
          <a:p>
            <a:fld id="{616E3388-8A49-4C51-A106-E2F4CF3977CF}" type="datetime6">
              <a:rPr lang="es-PE" smtClean="0"/>
              <a:t>Marzo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6428" y="322262"/>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74F71EA6-14AA-5205-13FE-35911ED08C35}"/>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17102642"/>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74" r:id="rId3"/>
    <p:sldLayoutId id="2147483650" r:id="rId4"/>
    <p:sldLayoutId id="2147483652" r:id="rId5"/>
    <p:sldLayoutId id="2147483653" r:id="rId6"/>
    <p:sldLayoutId id="2147483656" r:id="rId7"/>
    <p:sldLayoutId id="2147483657" r:id="rId8"/>
    <p:sldLayoutId id="2147483658" r:id="rId9"/>
    <p:sldLayoutId id="2147483659"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4230"/>
            <a:ext cx="1619250" cy="365125"/>
          </a:xfrm>
          <a:prstGeom prst="rect">
            <a:avLst/>
          </a:prstGeom>
        </p:spPr>
        <p:txBody>
          <a:bodyPr vert="horz" lIns="91440" tIns="45720" rIns="91440" bIns="45720" rtlCol="0" anchor="ctr"/>
          <a:lstStyle>
            <a:lvl1pPr algn="l">
              <a:defRPr sz="1400">
                <a:solidFill>
                  <a:schemeClr val="tx1"/>
                </a:solidFill>
              </a:defRPr>
            </a:lvl1pPr>
          </a:lstStyle>
          <a:p>
            <a:fld id="{0C9694A8-123C-4838-A10C-DF4D75E09A89}" type="datetime6">
              <a:rPr lang="es-PE" smtClean="0"/>
              <a:t>Marzo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3680" y="323311"/>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10" name="Marcador de título 1">
            <a:extLst>
              <a:ext uri="{FF2B5EF4-FFF2-40B4-BE49-F238E27FC236}">
                <a16:creationId xmlns:a16="http://schemas.microsoft.com/office/drawing/2014/main" id="{144F2274-D960-4C0B-9748-88EE3F0DBEDD}"/>
              </a:ext>
            </a:extLst>
          </p:cNvPr>
          <p:cNvSpPr>
            <a:spLocks noGrp="1"/>
          </p:cNvSpPr>
          <p:nvPr>
            <p:ph type="title"/>
          </p:nvPr>
        </p:nvSpPr>
        <p:spPr>
          <a:xfrm>
            <a:off x="838199" y="1182069"/>
            <a:ext cx="10343606"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11" name="Marcador de texto 2">
            <a:extLst>
              <a:ext uri="{FF2B5EF4-FFF2-40B4-BE49-F238E27FC236}">
                <a16:creationId xmlns:a16="http://schemas.microsoft.com/office/drawing/2014/main" id="{9D6FEB95-3036-417E-9C50-CD57ED01FA94}"/>
              </a:ext>
            </a:extLst>
          </p:cNvPr>
          <p:cNvSpPr>
            <a:spLocks noGrp="1"/>
          </p:cNvSpPr>
          <p:nvPr>
            <p:ph type="body" idx="1"/>
          </p:nvPr>
        </p:nvSpPr>
        <p:spPr>
          <a:xfrm>
            <a:off x="838200" y="2024744"/>
            <a:ext cx="10343606" cy="329184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número de diapositiva 5">
            <a:extLst>
              <a:ext uri="{FF2B5EF4-FFF2-40B4-BE49-F238E27FC236}">
                <a16:creationId xmlns:a16="http://schemas.microsoft.com/office/drawing/2014/main" id="{1DCF4E30-8222-0A8A-8EB6-ACF70BC0FF3B}"/>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77794971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5" r:id="rId3"/>
    <p:sldLayoutId id="2147483667" r:id="rId4"/>
    <p:sldLayoutId id="2147483668" r:id="rId5"/>
    <p:sldLayoutId id="2147483669" r:id="rId6"/>
    <p:sldLayoutId id="2147483670" r:id="rId7"/>
    <p:sldLayoutId id="2147483671" r:id="rId8"/>
    <p:sldLayoutId id="2147483672" r:id="rId9"/>
    <p:sldLayoutId id="2147483673"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3B067A9-18EE-41F0-B696-9386E1AF8AC5}"/>
              </a:ext>
            </a:extLst>
          </p:cNvPr>
          <p:cNvSpPr>
            <a:spLocks noGrp="1"/>
          </p:cNvSpPr>
          <p:nvPr>
            <p:ph type="title"/>
          </p:nvPr>
        </p:nvSpPr>
        <p:spPr>
          <a:xfrm>
            <a:off x="838200" y="1045029"/>
            <a:ext cx="10515600" cy="645659"/>
          </a:xfrm>
          <a:prstGeom prst="rect">
            <a:avLst/>
          </a:prstGeom>
        </p:spPr>
        <p:txBody>
          <a:bodyPr vert="horz" lIns="91440" tIns="45720" rIns="91440" bIns="45720" rtlCol="0" anchor="ctr">
            <a:norm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E067C12A-CBBE-4AB2-8C8A-B75DDE302D12}"/>
              </a:ext>
            </a:extLst>
          </p:cNvPr>
          <p:cNvSpPr>
            <a:spLocks noGrp="1"/>
          </p:cNvSpPr>
          <p:nvPr>
            <p:ph type="body" idx="1"/>
          </p:nvPr>
        </p:nvSpPr>
        <p:spPr>
          <a:xfrm>
            <a:off x="838200" y="1986189"/>
            <a:ext cx="10515600" cy="32912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66C6ED39-B0EA-42B3-A3C3-7CA769E5EA7C}"/>
              </a:ext>
            </a:extLst>
          </p:cNvPr>
          <p:cNvSpPr>
            <a:spLocks noGrp="1"/>
          </p:cNvSpPr>
          <p:nvPr>
            <p:ph type="dt" sz="half" idx="2"/>
          </p:nvPr>
        </p:nvSpPr>
        <p:spPr>
          <a:xfrm>
            <a:off x="9982200" y="314064"/>
            <a:ext cx="1524000" cy="382973"/>
          </a:xfrm>
          <a:prstGeom prst="rect">
            <a:avLst/>
          </a:prstGeom>
        </p:spPr>
        <p:txBody>
          <a:bodyPr vert="horz" lIns="91440" tIns="45720" rIns="91440" bIns="45720" rtlCol="0" anchor="ctr"/>
          <a:lstStyle>
            <a:lvl1pPr algn="l">
              <a:defRPr sz="1400">
                <a:solidFill>
                  <a:schemeClr val="tx1"/>
                </a:solidFill>
              </a:defRPr>
            </a:lvl1pPr>
          </a:lstStyle>
          <a:p>
            <a:fld id="{0C8C20A4-1372-4EF1-AE37-02318244F0B2}" type="datetime6">
              <a:rPr lang="es-PE" smtClean="0"/>
              <a:t>Marzo de 2026</a:t>
            </a:fld>
            <a:endParaRPr lang="es-PE" dirty="0"/>
          </a:p>
        </p:txBody>
      </p:sp>
      <p:sp>
        <p:nvSpPr>
          <p:cNvPr id="5" name="Marcador de pie de página 4">
            <a:extLst>
              <a:ext uri="{FF2B5EF4-FFF2-40B4-BE49-F238E27FC236}">
                <a16:creationId xmlns:a16="http://schemas.microsoft.com/office/drawing/2014/main" id="{16E1549C-7307-410E-AA79-42C4BDD3FDAE}"/>
              </a:ext>
            </a:extLst>
          </p:cNvPr>
          <p:cNvSpPr>
            <a:spLocks noGrp="1"/>
          </p:cNvSpPr>
          <p:nvPr>
            <p:ph type="ftr" sz="quarter" idx="3"/>
          </p:nvPr>
        </p:nvSpPr>
        <p:spPr>
          <a:xfrm>
            <a:off x="4622993" y="322989"/>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63B87C3E-7B33-EE8E-E722-04A7DDD4F5AC}"/>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9172523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77" r:id="rId4"/>
    <p:sldLayoutId id="2147483676" r:id="rId5"/>
    <p:sldLayoutId id="2147483678" r:id="rId6"/>
    <p:sldLayoutId id="2147483661" r:id="rId7"/>
    <p:sldLayoutId id="2147483679" r:id="rId8"/>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Nombre de Curso</a:t>
            </a:r>
            <a:endParaRPr lang="es-PE" dirty="0"/>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419675208"/>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Ls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7634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A05691-DD76-30C3-AA6A-B91BDBC36CD6}"/>
              </a:ext>
            </a:extLst>
          </p:cNvPr>
          <p:cNvSpPr>
            <a:spLocks noGrp="1"/>
          </p:cNvSpPr>
          <p:nvPr>
            <p:ph type="ctrTitle"/>
          </p:nvPr>
        </p:nvSpPr>
        <p:spPr/>
        <p:txBody>
          <a:bodyPr/>
          <a:lstStyle/>
          <a:p>
            <a:r>
              <a:rPr lang="es-PE" dirty="0"/>
              <a:t>Conceptos de la nube</a:t>
            </a:r>
          </a:p>
        </p:txBody>
      </p:sp>
      <p:sp>
        <p:nvSpPr>
          <p:cNvPr id="3" name="Subtítulo 2">
            <a:extLst>
              <a:ext uri="{FF2B5EF4-FFF2-40B4-BE49-F238E27FC236}">
                <a16:creationId xmlns:a16="http://schemas.microsoft.com/office/drawing/2014/main" id="{1A3C7DEB-FA86-9234-55CD-5D0FDB99DDC2}"/>
              </a:ext>
            </a:extLst>
          </p:cNvPr>
          <p:cNvSpPr>
            <a:spLocks noGrp="1"/>
          </p:cNvSpPr>
          <p:nvPr>
            <p:ph type="subTitle" idx="1"/>
          </p:nvPr>
        </p:nvSpPr>
        <p:spPr/>
        <p:txBody>
          <a:bodyPr/>
          <a:lstStyle/>
          <a:p>
            <a:endParaRPr lang="es-PE"/>
          </a:p>
        </p:txBody>
      </p:sp>
    </p:spTree>
    <p:extLst>
      <p:ext uri="{BB962C8B-B14F-4D97-AF65-F5344CB8AC3E}">
        <p14:creationId xmlns:p14="http://schemas.microsoft.com/office/powerpoint/2010/main" val="2188444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44E198-D10C-E0D6-F6D7-58FF891F0DCF}"/>
              </a:ext>
            </a:extLst>
          </p:cNvPr>
          <p:cNvSpPr>
            <a:spLocks noGrp="1"/>
          </p:cNvSpPr>
          <p:nvPr>
            <p:ph type="title"/>
          </p:nvPr>
        </p:nvSpPr>
        <p:spPr/>
        <p:txBody>
          <a:bodyPr/>
          <a:lstStyle/>
          <a:p>
            <a:r>
              <a:rPr lang="es-ES" dirty="0"/>
              <a:t>Modelos en la nube: dominio objetivo</a:t>
            </a:r>
            <a:endParaRPr lang="es-PE" dirty="0"/>
          </a:p>
        </p:txBody>
      </p:sp>
      <p:sp>
        <p:nvSpPr>
          <p:cNvPr id="3" name="Marcador de número de diapositiva 2">
            <a:extLst>
              <a:ext uri="{FF2B5EF4-FFF2-40B4-BE49-F238E27FC236}">
                <a16:creationId xmlns:a16="http://schemas.microsoft.com/office/drawing/2014/main" id="{2B20C358-BD98-0271-42B1-55F7EFF11073}"/>
              </a:ext>
            </a:extLst>
          </p:cNvPr>
          <p:cNvSpPr>
            <a:spLocks noGrp="1"/>
          </p:cNvSpPr>
          <p:nvPr>
            <p:ph type="sldNum" idx="12"/>
          </p:nvPr>
        </p:nvSpPr>
        <p:spPr/>
        <p:txBody>
          <a:bodyPr/>
          <a:lstStyle/>
          <a:p>
            <a:fld id="{52A29C8B-5F70-8945-A2A6-FBD7A17156DB}" type="slidenum">
              <a:rPr lang="es-PE" smtClean="0"/>
              <a:pPr/>
              <a:t>3</a:t>
            </a:fld>
            <a:endParaRPr lang="es-PE"/>
          </a:p>
        </p:txBody>
      </p:sp>
      <p:sp>
        <p:nvSpPr>
          <p:cNvPr id="4" name="Marcador de contenido 3">
            <a:extLst>
              <a:ext uri="{FF2B5EF4-FFF2-40B4-BE49-F238E27FC236}">
                <a16:creationId xmlns:a16="http://schemas.microsoft.com/office/drawing/2014/main" id="{9689E00E-7DB7-18A3-2A2C-0F5056E94C1A}"/>
              </a:ext>
            </a:extLst>
          </p:cNvPr>
          <p:cNvSpPr>
            <a:spLocks noGrp="1"/>
          </p:cNvSpPr>
          <p:nvPr>
            <p:ph idx="1"/>
          </p:nvPr>
        </p:nvSpPr>
        <p:spPr/>
        <p:txBody>
          <a:bodyPr/>
          <a:lstStyle/>
          <a:p>
            <a:r>
              <a:rPr lang="es-ES" dirty="0">
                <a:latin typeface="Segoe UI" panose="020B0502040204020203" pitchFamily="34" charset="0"/>
              </a:rPr>
              <a:t>Definir la informática en la nube</a:t>
            </a:r>
          </a:p>
          <a:p>
            <a:r>
              <a:rPr lang="es-PE" dirty="0">
                <a:latin typeface="Segoe UI" panose="020B0502040204020203" pitchFamily="34" charset="0"/>
              </a:rPr>
              <a:t>Describir la nube pública</a:t>
            </a:r>
          </a:p>
          <a:p>
            <a:r>
              <a:rPr lang="es-PE" dirty="0">
                <a:latin typeface="Segoe UI" panose="020B0502040204020203" pitchFamily="34" charset="0"/>
              </a:rPr>
              <a:t>Describir la nube privada</a:t>
            </a:r>
          </a:p>
          <a:p>
            <a:r>
              <a:rPr lang="es-PE" dirty="0">
                <a:latin typeface="Segoe UI" panose="020B0502040204020203" pitchFamily="34" charset="0"/>
              </a:rPr>
              <a:t>Describir la nube híbrida</a:t>
            </a:r>
          </a:p>
          <a:p>
            <a:r>
              <a:rPr lang="es-ES" dirty="0">
                <a:latin typeface="Segoe UI" panose="020B0502040204020203" pitchFamily="34" charset="0"/>
              </a:rPr>
              <a:t>Comparar y contrastar los tres modelos diferentes en la nube.</a:t>
            </a:r>
          </a:p>
          <a:p>
            <a:endParaRPr lang="es-PE" dirty="0"/>
          </a:p>
        </p:txBody>
      </p:sp>
    </p:spTree>
    <p:extLst>
      <p:ext uri="{BB962C8B-B14F-4D97-AF65-F5344CB8AC3E}">
        <p14:creationId xmlns:p14="http://schemas.microsoft.com/office/powerpoint/2010/main" val="2137235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C0571-4F07-C86C-A5A2-28FC545766BA}"/>
              </a:ext>
            </a:extLst>
          </p:cNvPr>
          <p:cNvSpPr>
            <a:spLocks noGrp="1"/>
          </p:cNvSpPr>
          <p:nvPr>
            <p:ph type="title"/>
          </p:nvPr>
        </p:nvSpPr>
        <p:spPr/>
        <p:txBody>
          <a:bodyPr/>
          <a:lstStyle/>
          <a:p>
            <a:r>
              <a:rPr lang="es-ES" dirty="0"/>
              <a:t>¿Qué es la informática en la nube?</a:t>
            </a:r>
            <a:endParaRPr lang="es-PE" dirty="0"/>
          </a:p>
        </p:txBody>
      </p:sp>
      <p:sp>
        <p:nvSpPr>
          <p:cNvPr id="3" name="Marcador de número de diapositiva 2">
            <a:extLst>
              <a:ext uri="{FF2B5EF4-FFF2-40B4-BE49-F238E27FC236}">
                <a16:creationId xmlns:a16="http://schemas.microsoft.com/office/drawing/2014/main" id="{724B598B-2310-CA71-D0A7-68920F0E7002}"/>
              </a:ext>
            </a:extLst>
          </p:cNvPr>
          <p:cNvSpPr>
            <a:spLocks noGrp="1"/>
          </p:cNvSpPr>
          <p:nvPr>
            <p:ph type="sldNum" idx="12"/>
          </p:nvPr>
        </p:nvSpPr>
        <p:spPr/>
        <p:txBody>
          <a:bodyPr/>
          <a:lstStyle/>
          <a:p>
            <a:fld id="{52A29C8B-5F70-8945-A2A6-FBD7A17156DB}" type="slidenum">
              <a:rPr lang="es-PE" smtClean="0"/>
              <a:pPr/>
              <a:t>4</a:t>
            </a:fld>
            <a:endParaRPr lang="es-PE"/>
          </a:p>
        </p:txBody>
      </p:sp>
      <p:sp>
        <p:nvSpPr>
          <p:cNvPr id="4" name="Marcador de contenido 3">
            <a:extLst>
              <a:ext uri="{FF2B5EF4-FFF2-40B4-BE49-F238E27FC236}">
                <a16:creationId xmlns:a16="http://schemas.microsoft.com/office/drawing/2014/main" id="{D6A3FEBB-135C-0226-4F66-4801F1096477}"/>
              </a:ext>
            </a:extLst>
          </p:cNvPr>
          <p:cNvSpPr>
            <a:spLocks noGrp="1"/>
          </p:cNvSpPr>
          <p:nvPr>
            <p:ph idx="1"/>
          </p:nvPr>
        </p:nvSpPr>
        <p:spPr/>
        <p:txBody>
          <a:bodyPr/>
          <a:lstStyle/>
          <a:p>
            <a:pPr marL="50800" indent="0">
              <a:buNone/>
            </a:pPr>
            <a:r>
              <a:rPr lang="es-ES" dirty="0"/>
              <a:t>La </a:t>
            </a:r>
            <a:r>
              <a:rPr lang="es-ES" b="1" dirty="0"/>
              <a:t>informática en la nube </a:t>
            </a:r>
            <a:r>
              <a:rPr lang="es-ES" dirty="0"/>
              <a:t>es la prestación de servicios informáticos a través de Internet, lo que permite una innovación más rápida, recursos flexibles y precios regulables.</a:t>
            </a:r>
            <a:endParaRPr lang="es-ES" sz="2000" dirty="0"/>
          </a:p>
          <a:p>
            <a:endParaRPr lang="es-PE" dirty="0"/>
          </a:p>
        </p:txBody>
      </p:sp>
      <p:pic>
        <p:nvPicPr>
          <p:cNvPr id="5" name="Imagen 4">
            <a:extLst>
              <a:ext uri="{FF2B5EF4-FFF2-40B4-BE49-F238E27FC236}">
                <a16:creationId xmlns:a16="http://schemas.microsoft.com/office/drawing/2014/main" id="{20900E6D-DFD9-FDEB-4310-892B242EA4AC}"/>
              </a:ext>
            </a:extLst>
          </p:cNvPr>
          <p:cNvPicPr>
            <a:picLocks noChangeAspect="1"/>
          </p:cNvPicPr>
          <p:nvPr/>
        </p:nvPicPr>
        <p:blipFill>
          <a:blip r:embed="rId2"/>
          <a:stretch>
            <a:fillRect/>
          </a:stretch>
        </p:blipFill>
        <p:spPr>
          <a:xfrm>
            <a:off x="1942011" y="3040030"/>
            <a:ext cx="7759337" cy="1996023"/>
          </a:xfrm>
          <a:prstGeom prst="rect">
            <a:avLst/>
          </a:prstGeom>
        </p:spPr>
      </p:pic>
    </p:spTree>
    <p:extLst>
      <p:ext uri="{BB962C8B-B14F-4D97-AF65-F5344CB8AC3E}">
        <p14:creationId xmlns:p14="http://schemas.microsoft.com/office/powerpoint/2010/main" val="520937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6598DC-1CA1-946B-5F9E-8D490A472941}"/>
              </a:ext>
            </a:extLst>
          </p:cNvPr>
          <p:cNvSpPr>
            <a:spLocks noGrp="1"/>
          </p:cNvSpPr>
          <p:nvPr>
            <p:ph type="title"/>
          </p:nvPr>
        </p:nvSpPr>
        <p:spPr/>
        <p:txBody>
          <a:bodyPr/>
          <a:lstStyle/>
          <a:p>
            <a:r>
              <a:rPr lang="es-ES" dirty="0"/>
              <a:t>Nube pública</a:t>
            </a:r>
            <a:endParaRPr lang="es-PE" dirty="0"/>
          </a:p>
        </p:txBody>
      </p:sp>
      <p:sp>
        <p:nvSpPr>
          <p:cNvPr id="3" name="Marcador de número de diapositiva 2">
            <a:extLst>
              <a:ext uri="{FF2B5EF4-FFF2-40B4-BE49-F238E27FC236}">
                <a16:creationId xmlns:a16="http://schemas.microsoft.com/office/drawing/2014/main" id="{446ECB09-406D-4FF8-7F79-7D8F6E3E551F}"/>
              </a:ext>
            </a:extLst>
          </p:cNvPr>
          <p:cNvSpPr>
            <a:spLocks noGrp="1"/>
          </p:cNvSpPr>
          <p:nvPr>
            <p:ph type="sldNum" idx="12"/>
          </p:nvPr>
        </p:nvSpPr>
        <p:spPr/>
        <p:txBody>
          <a:bodyPr/>
          <a:lstStyle/>
          <a:p>
            <a:fld id="{52A29C8B-5F70-8945-A2A6-FBD7A17156DB}" type="slidenum">
              <a:rPr lang="es-PE" smtClean="0"/>
              <a:pPr/>
              <a:t>5</a:t>
            </a:fld>
            <a:endParaRPr lang="es-PE"/>
          </a:p>
        </p:txBody>
      </p:sp>
      <p:sp>
        <p:nvSpPr>
          <p:cNvPr id="4" name="Marcador de contenido 3">
            <a:extLst>
              <a:ext uri="{FF2B5EF4-FFF2-40B4-BE49-F238E27FC236}">
                <a16:creationId xmlns:a16="http://schemas.microsoft.com/office/drawing/2014/main" id="{69A7AD3B-644C-B824-BC03-82E91AA5E166}"/>
              </a:ext>
            </a:extLst>
          </p:cNvPr>
          <p:cNvSpPr>
            <a:spLocks noGrp="1"/>
          </p:cNvSpPr>
          <p:nvPr>
            <p:ph idx="1"/>
          </p:nvPr>
        </p:nvSpPr>
        <p:spPr>
          <a:xfrm>
            <a:off x="839788" y="1495948"/>
            <a:ext cx="5840145" cy="3843645"/>
          </a:xfrm>
        </p:spPr>
        <p:txBody>
          <a:bodyPr>
            <a:normAutofit/>
          </a:bodyPr>
          <a:lstStyle/>
          <a:p>
            <a:r>
              <a:rPr lang="es-ES" sz="1800" dirty="0">
                <a:latin typeface="Segoe UI" panose="020B0502040204020203" pitchFamily="34" charset="0"/>
              </a:rPr>
              <a:t>Propiedad de Cloud </a:t>
            </a:r>
            <a:r>
              <a:rPr lang="es-ES" sz="1800" dirty="0" err="1">
                <a:latin typeface="Segoe UI" panose="020B0502040204020203" pitchFamily="34" charset="0"/>
              </a:rPr>
              <a:t>Services</a:t>
            </a:r>
            <a:r>
              <a:rPr lang="es-ES" sz="1800" dirty="0">
                <a:latin typeface="Segoe UI" panose="020B0502040204020203" pitchFamily="34" charset="0"/>
              </a:rPr>
              <a:t> proveedor de hosting.</a:t>
            </a:r>
          </a:p>
          <a:p>
            <a:endParaRPr lang="es-PE" sz="1800" dirty="0">
              <a:latin typeface="Segoe UI" panose="020B0502040204020203" pitchFamily="34" charset="0"/>
            </a:endParaRPr>
          </a:p>
          <a:p>
            <a:r>
              <a:rPr lang="es-ES" sz="1800" dirty="0">
                <a:latin typeface="Segoe UI" panose="020B0502040204020203" pitchFamily="34" charset="0"/>
              </a:rPr>
              <a:t>Proporciona recursos y servicios a múltiples organizaciones y usuarios.</a:t>
            </a:r>
          </a:p>
          <a:p>
            <a:endParaRPr lang="es-PE" sz="1800" dirty="0">
              <a:latin typeface="Segoe UI" panose="020B0502040204020203" pitchFamily="34" charset="0"/>
            </a:endParaRPr>
          </a:p>
          <a:p>
            <a:r>
              <a:rPr lang="es-ES" sz="1800" dirty="0">
                <a:latin typeface="Segoe UI" panose="020B0502040204020203" pitchFamily="34" charset="0"/>
              </a:rPr>
              <a:t>Se accede a través de una conexión de red segura (generalmente a través de Internet).</a:t>
            </a:r>
          </a:p>
          <a:p>
            <a:endParaRPr lang="es-PE" sz="1800" dirty="0"/>
          </a:p>
        </p:txBody>
      </p:sp>
      <p:pic>
        <p:nvPicPr>
          <p:cNvPr id="5" name="Imagen 4">
            <a:extLst>
              <a:ext uri="{FF2B5EF4-FFF2-40B4-BE49-F238E27FC236}">
                <a16:creationId xmlns:a16="http://schemas.microsoft.com/office/drawing/2014/main" id="{5AB14B7F-79A4-252F-7542-878E034A3D66}"/>
              </a:ext>
            </a:extLst>
          </p:cNvPr>
          <p:cNvPicPr>
            <a:picLocks noChangeAspect="1"/>
          </p:cNvPicPr>
          <p:nvPr/>
        </p:nvPicPr>
        <p:blipFill>
          <a:blip r:embed="rId2"/>
          <a:stretch>
            <a:fillRect/>
          </a:stretch>
        </p:blipFill>
        <p:spPr>
          <a:xfrm>
            <a:off x="6778971" y="1495948"/>
            <a:ext cx="4957217" cy="3070665"/>
          </a:xfrm>
          <a:prstGeom prst="rect">
            <a:avLst/>
          </a:prstGeom>
        </p:spPr>
      </p:pic>
    </p:spTree>
    <p:extLst>
      <p:ext uri="{BB962C8B-B14F-4D97-AF65-F5344CB8AC3E}">
        <p14:creationId xmlns:p14="http://schemas.microsoft.com/office/powerpoint/2010/main" val="3509700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08BFBB-78C7-857B-0F57-F8398E382C1D}"/>
              </a:ext>
            </a:extLst>
          </p:cNvPr>
          <p:cNvSpPr>
            <a:spLocks noGrp="1"/>
          </p:cNvSpPr>
          <p:nvPr>
            <p:ph type="title"/>
          </p:nvPr>
        </p:nvSpPr>
        <p:spPr/>
        <p:txBody>
          <a:bodyPr/>
          <a:lstStyle/>
          <a:p>
            <a:r>
              <a:rPr lang="es-ES" dirty="0"/>
              <a:t>Nube Privada</a:t>
            </a:r>
            <a:endParaRPr lang="es-PE" dirty="0"/>
          </a:p>
        </p:txBody>
      </p:sp>
      <p:sp>
        <p:nvSpPr>
          <p:cNvPr id="3" name="Marcador de número de diapositiva 2">
            <a:extLst>
              <a:ext uri="{FF2B5EF4-FFF2-40B4-BE49-F238E27FC236}">
                <a16:creationId xmlns:a16="http://schemas.microsoft.com/office/drawing/2014/main" id="{345F6984-2325-190B-E41F-DCF9EC97A730}"/>
              </a:ext>
            </a:extLst>
          </p:cNvPr>
          <p:cNvSpPr>
            <a:spLocks noGrp="1"/>
          </p:cNvSpPr>
          <p:nvPr>
            <p:ph type="sldNum" idx="12"/>
          </p:nvPr>
        </p:nvSpPr>
        <p:spPr/>
        <p:txBody>
          <a:bodyPr/>
          <a:lstStyle/>
          <a:p>
            <a:fld id="{52A29C8B-5F70-8945-A2A6-FBD7A17156DB}" type="slidenum">
              <a:rPr lang="es-PE" smtClean="0"/>
              <a:pPr/>
              <a:t>6</a:t>
            </a:fld>
            <a:endParaRPr lang="es-PE"/>
          </a:p>
        </p:txBody>
      </p:sp>
      <p:sp>
        <p:nvSpPr>
          <p:cNvPr id="4" name="Marcador de contenido 3">
            <a:extLst>
              <a:ext uri="{FF2B5EF4-FFF2-40B4-BE49-F238E27FC236}">
                <a16:creationId xmlns:a16="http://schemas.microsoft.com/office/drawing/2014/main" id="{1E661EA9-5052-A517-6206-FDBFEAE0DDFB}"/>
              </a:ext>
            </a:extLst>
          </p:cNvPr>
          <p:cNvSpPr>
            <a:spLocks noGrp="1"/>
          </p:cNvSpPr>
          <p:nvPr>
            <p:ph idx="1"/>
          </p:nvPr>
        </p:nvSpPr>
        <p:spPr>
          <a:xfrm>
            <a:off x="839788" y="1495948"/>
            <a:ext cx="6331033" cy="3843645"/>
          </a:xfrm>
        </p:spPr>
        <p:txBody>
          <a:bodyPr>
            <a:normAutofit/>
          </a:bodyPr>
          <a:lstStyle/>
          <a:p>
            <a:pPr>
              <a:spcBef>
                <a:spcPts val="0"/>
              </a:spcBef>
              <a:spcAft>
                <a:spcPts val="1600"/>
              </a:spcAft>
            </a:pPr>
            <a:r>
              <a:rPr lang="es-ES" sz="1800" dirty="0"/>
              <a:t>Las organizaciones crean un entorno en la nube en su centro de datos.</a:t>
            </a:r>
          </a:p>
          <a:p>
            <a:pPr>
              <a:spcBef>
                <a:spcPts val="0"/>
              </a:spcBef>
              <a:spcAft>
                <a:spcPts val="1600"/>
              </a:spcAft>
            </a:pPr>
            <a:r>
              <a:rPr lang="es-ES" sz="1800" dirty="0"/>
              <a:t>La organización es responsable de operar los servicios que ofrece.</a:t>
            </a:r>
          </a:p>
          <a:p>
            <a:pPr>
              <a:spcBef>
                <a:spcPts val="0"/>
              </a:spcBef>
              <a:spcAft>
                <a:spcPts val="1600"/>
              </a:spcAft>
            </a:pPr>
            <a:r>
              <a:rPr lang="es-ES" sz="1800" dirty="0"/>
              <a:t>No proporcionar acceso a usuarios ajenos a la organización.</a:t>
            </a:r>
          </a:p>
          <a:p>
            <a:endParaRPr lang="es-PE" sz="1800" dirty="0"/>
          </a:p>
        </p:txBody>
      </p:sp>
      <p:pic>
        <p:nvPicPr>
          <p:cNvPr id="5" name="Imagen 4">
            <a:extLst>
              <a:ext uri="{FF2B5EF4-FFF2-40B4-BE49-F238E27FC236}">
                <a16:creationId xmlns:a16="http://schemas.microsoft.com/office/drawing/2014/main" id="{563DF441-A110-4164-2207-F268D311742F}"/>
              </a:ext>
            </a:extLst>
          </p:cNvPr>
          <p:cNvPicPr>
            <a:picLocks noChangeAspect="1"/>
          </p:cNvPicPr>
          <p:nvPr/>
        </p:nvPicPr>
        <p:blipFill>
          <a:blip r:embed="rId2"/>
          <a:stretch>
            <a:fillRect/>
          </a:stretch>
        </p:blipFill>
        <p:spPr>
          <a:xfrm>
            <a:off x="7643277" y="1243492"/>
            <a:ext cx="2984818" cy="3885791"/>
          </a:xfrm>
          <a:prstGeom prst="rect">
            <a:avLst/>
          </a:prstGeom>
        </p:spPr>
      </p:pic>
    </p:spTree>
    <p:extLst>
      <p:ext uri="{BB962C8B-B14F-4D97-AF65-F5344CB8AC3E}">
        <p14:creationId xmlns:p14="http://schemas.microsoft.com/office/powerpoint/2010/main" val="1395405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B3AC8F-B188-06EB-794A-871CEE744B10}"/>
              </a:ext>
            </a:extLst>
          </p:cNvPr>
          <p:cNvSpPr>
            <a:spLocks noGrp="1"/>
          </p:cNvSpPr>
          <p:nvPr>
            <p:ph type="title"/>
          </p:nvPr>
        </p:nvSpPr>
        <p:spPr/>
        <p:txBody>
          <a:bodyPr/>
          <a:lstStyle/>
          <a:p>
            <a:r>
              <a:rPr lang="es-ES" dirty="0"/>
              <a:t>Nube Híbrida</a:t>
            </a:r>
            <a:endParaRPr lang="es-PE" dirty="0"/>
          </a:p>
        </p:txBody>
      </p:sp>
      <p:sp>
        <p:nvSpPr>
          <p:cNvPr id="3" name="Marcador de número de diapositiva 2">
            <a:extLst>
              <a:ext uri="{FF2B5EF4-FFF2-40B4-BE49-F238E27FC236}">
                <a16:creationId xmlns:a16="http://schemas.microsoft.com/office/drawing/2014/main" id="{E377CF3A-D7A0-A057-BF8E-D2B0558B0FB8}"/>
              </a:ext>
            </a:extLst>
          </p:cNvPr>
          <p:cNvSpPr>
            <a:spLocks noGrp="1"/>
          </p:cNvSpPr>
          <p:nvPr>
            <p:ph type="sldNum" idx="12"/>
          </p:nvPr>
        </p:nvSpPr>
        <p:spPr/>
        <p:txBody>
          <a:bodyPr/>
          <a:lstStyle/>
          <a:p>
            <a:fld id="{52A29C8B-5F70-8945-A2A6-FBD7A17156DB}" type="slidenum">
              <a:rPr lang="es-PE" smtClean="0"/>
              <a:pPr/>
              <a:t>7</a:t>
            </a:fld>
            <a:endParaRPr lang="es-PE"/>
          </a:p>
        </p:txBody>
      </p:sp>
      <p:sp>
        <p:nvSpPr>
          <p:cNvPr id="4" name="Marcador de contenido 3">
            <a:extLst>
              <a:ext uri="{FF2B5EF4-FFF2-40B4-BE49-F238E27FC236}">
                <a16:creationId xmlns:a16="http://schemas.microsoft.com/office/drawing/2014/main" id="{D7818644-8693-08E1-E053-41914147BDD2}"/>
              </a:ext>
            </a:extLst>
          </p:cNvPr>
          <p:cNvSpPr>
            <a:spLocks noGrp="1"/>
          </p:cNvSpPr>
          <p:nvPr>
            <p:ph idx="1"/>
          </p:nvPr>
        </p:nvSpPr>
        <p:spPr/>
        <p:txBody>
          <a:bodyPr/>
          <a:lstStyle/>
          <a:p>
            <a:r>
              <a:rPr lang="es-ES" dirty="0"/>
              <a:t>Combina nubes </a:t>
            </a:r>
            <a:r>
              <a:rPr lang="es-ES" b="1" dirty="0"/>
              <a:t>Públicas y Privadas</a:t>
            </a:r>
            <a:r>
              <a:rPr lang="es-ES" dirty="0"/>
              <a:t> para permitir que las aplicaciones se ejecuten en la ubicación más adecuada.</a:t>
            </a:r>
            <a:endParaRPr lang="es-ES" sz="1600" b="1" dirty="0"/>
          </a:p>
          <a:p>
            <a:endParaRPr lang="es-PE" dirty="0"/>
          </a:p>
        </p:txBody>
      </p:sp>
      <p:pic>
        <p:nvPicPr>
          <p:cNvPr id="5" name="Imagen 4">
            <a:extLst>
              <a:ext uri="{FF2B5EF4-FFF2-40B4-BE49-F238E27FC236}">
                <a16:creationId xmlns:a16="http://schemas.microsoft.com/office/drawing/2014/main" id="{70154C38-4DF6-9220-650B-2FF724159E1A}"/>
              </a:ext>
            </a:extLst>
          </p:cNvPr>
          <p:cNvPicPr>
            <a:picLocks noChangeAspect="1"/>
          </p:cNvPicPr>
          <p:nvPr/>
        </p:nvPicPr>
        <p:blipFill>
          <a:blip r:embed="rId2"/>
          <a:stretch>
            <a:fillRect/>
          </a:stretch>
        </p:blipFill>
        <p:spPr>
          <a:xfrm>
            <a:off x="3335493" y="2458694"/>
            <a:ext cx="5338218" cy="2766599"/>
          </a:xfrm>
          <a:prstGeom prst="rect">
            <a:avLst/>
          </a:prstGeom>
        </p:spPr>
      </p:pic>
    </p:spTree>
    <p:extLst>
      <p:ext uri="{BB962C8B-B14F-4D97-AF65-F5344CB8AC3E}">
        <p14:creationId xmlns:p14="http://schemas.microsoft.com/office/powerpoint/2010/main" val="1022344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29DD4-DC79-7C03-8F2A-39CC12A1DB23}"/>
              </a:ext>
            </a:extLst>
          </p:cNvPr>
          <p:cNvSpPr>
            <a:spLocks noGrp="1"/>
          </p:cNvSpPr>
          <p:nvPr>
            <p:ph type="title"/>
          </p:nvPr>
        </p:nvSpPr>
        <p:spPr/>
        <p:txBody>
          <a:bodyPr/>
          <a:lstStyle/>
          <a:p>
            <a:r>
              <a:rPr lang="es-ES" dirty="0"/>
              <a:t>Comparación de modelos en la nube</a:t>
            </a:r>
            <a:endParaRPr lang="es-PE" dirty="0"/>
          </a:p>
        </p:txBody>
      </p:sp>
      <p:sp>
        <p:nvSpPr>
          <p:cNvPr id="3" name="Marcador de número de diapositiva 2">
            <a:extLst>
              <a:ext uri="{FF2B5EF4-FFF2-40B4-BE49-F238E27FC236}">
                <a16:creationId xmlns:a16="http://schemas.microsoft.com/office/drawing/2014/main" id="{1EDCC682-B956-B25A-6FE9-E8687FEE940C}"/>
              </a:ext>
            </a:extLst>
          </p:cNvPr>
          <p:cNvSpPr>
            <a:spLocks noGrp="1"/>
          </p:cNvSpPr>
          <p:nvPr>
            <p:ph type="sldNum" idx="12"/>
          </p:nvPr>
        </p:nvSpPr>
        <p:spPr/>
        <p:txBody>
          <a:bodyPr/>
          <a:lstStyle/>
          <a:p>
            <a:fld id="{52A29C8B-5F70-8945-A2A6-FBD7A17156DB}" type="slidenum">
              <a:rPr lang="es-PE" smtClean="0"/>
              <a:pPr/>
              <a:t>8</a:t>
            </a:fld>
            <a:endParaRPr lang="es-PE"/>
          </a:p>
        </p:txBody>
      </p:sp>
      <p:pic>
        <p:nvPicPr>
          <p:cNvPr id="5" name="Imagen 4">
            <a:extLst>
              <a:ext uri="{FF2B5EF4-FFF2-40B4-BE49-F238E27FC236}">
                <a16:creationId xmlns:a16="http://schemas.microsoft.com/office/drawing/2014/main" id="{FB480420-79D0-7B5D-8FB0-9B4D54CB84B1}"/>
              </a:ext>
            </a:extLst>
          </p:cNvPr>
          <p:cNvPicPr>
            <a:picLocks noChangeAspect="1"/>
          </p:cNvPicPr>
          <p:nvPr/>
        </p:nvPicPr>
        <p:blipFill>
          <a:blip r:embed="rId2"/>
          <a:stretch>
            <a:fillRect/>
          </a:stretch>
        </p:blipFill>
        <p:spPr>
          <a:xfrm>
            <a:off x="1548407" y="1496374"/>
            <a:ext cx="9287692" cy="3555683"/>
          </a:xfrm>
          <a:prstGeom prst="rect">
            <a:avLst/>
          </a:prstGeom>
        </p:spPr>
      </p:pic>
    </p:spTree>
    <p:extLst>
      <p:ext uri="{BB962C8B-B14F-4D97-AF65-F5344CB8AC3E}">
        <p14:creationId xmlns:p14="http://schemas.microsoft.com/office/powerpoint/2010/main" val="1419744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6B03B-45D3-4CA7-E74C-5402955EE706}"/>
              </a:ext>
            </a:extLst>
          </p:cNvPr>
          <p:cNvSpPr>
            <a:spLocks noGrp="1"/>
          </p:cNvSpPr>
          <p:nvPr>
            <p:ph type="title"/>
          </p:nvPr>
        </p:nvSpPr>
        <p:spPr/>
        <p:txBody>
          <a:bodyPr/>
          <a:lstStyle/>
          <a:p>
            <a:r>
              <a:rPr lang="es-ES" dirty="0"/>
              <a:t>Beneficios de la nube: dominio objetivo</a:t>
            </a:r>
            <a:endParaRPr lang="es-PE" dirty="0"/>
          </a:p>
        </p:txBody>
      </p:sp>
      <p:sp>
        <p:nvSpPr>
          <p:cNvPr id="3" name="Marcador de número de diapositiva 2">
            <a:extLst>
              <a:ext uri="{FF2B5EF4-FFF2-40B4-BE49-F238E27FC236}">
                <a16:creationId xmlns:a16="http://schemas.microsoft.com/office/drawing/2014/main" id="{896E1187-EC53-FBEF-916D-DA2AD33C2945}"/>
              </a:ext>
            </a:extLst>
          </p:cNvPr>
          <p:cNvSpPr>
            <a:spLocks noGrp="1"/>
          </p:cNvSpPr>
          <p:nvPr>
            <p:ph type="sldNum" idx="12"/>
          </p:nvPr>
        </p:nvSpPr>
        <p:spPr/>
        <p:txBody>
          <a:bodyPr/>
          <a:lstStyle/>
          <a:p>
            <a:fld id="{52A29C8B-5F70-8945-A2A6-FBD7A17156DB}" type="slidenum">
              <a:rPr lang="es-PE" smtClean="0"/>
              <a:pPr/>
              <a:t>9</a:t>
            </a:fld>
            <a:endParaRPr lang="es-PE"/>
          </a:p>
        </p:txBody>
      </p:sp>
      <p:sp>
        <p:nvSpPr>
          <p:cNvPr id="4" name="Marcador de contenido 3">
            <a:extLst>
              <a:ext uri="{FF2B5EF4-FFF2-40B4-BE49-F238E27FC236}">
                <a16:creationId xmlns:a16="http://schemas.microsoft.com/office/drawing/2014/main" id="{0BBFE500-0B7A-04C0-0129-8F7AD5EF49AF}"/>
              </a:ext>
            </a:extLst>
          </p:cNvPr>
          <p:cNvSpPr>
            <a:spLocks noGrp="1"/>
          </p:cNvSpPr>
          <p:nvPr>
            <p:ph idx="1"/>
          </p:nvPr>
        </p:nvSpPr>
        <p:spPr/>
        <p:txBody>
          <a:bodyPr>
            <a:normAutofit/>
          </a:bodyPr>
          <a:lstStyle/>
          <a:p>
            <a:pPr>
              <a:lnSpc>
                <a:spcPct val="100000"/>
              </a:lnSpc>
              <a:spcBef>
                <a:spcPts val="0"/>
              </a:spcBef>
            </a:pPr>
            <a:r>
              <a:rPr lang="es-ES" sz="2000" dirty="0"/>
              <a:t>Identificar los beneficios del a informática en la nube, como la alta disponibilidad, la escalabilidad, la elasticidad, la agilidad y la recuperación ante desastres.</a:t>
            </a:r>
          </a:p>
          <a:p>
            <a:pPr>
              <a:lnSpc>
                <a:spcPct val="100000"/>
              </a:lnSpc>
              <a:spcBef>
                <a:spcPts val="0"/>
              </a:spcBef>
            </a:pPr>
            <a:r>
              <a:rPr lang="es-ES" sz="2000" dirty="0"/>
              <a:t>Identificar las diferencias entre los gastos de capital (</a:t>
            </a:r>
            <a:r>
              <a:rPr lang="es-ES" sz="2000" dirty="0" err="1"/>
              <a:t>CapEx</a:t>
            </a:r>
            <a:r>
              <a:rPr lang="es-ES" sz="2000" dirty="0"/>
              <a:t>) y los gastos operativos (</a:t>
            </a:r>
            <a:r>
              <a:rPr lang="es-ES" sz="2000" dirty="0" err="1"/>
              <a:t>OpEx</a:t>
            </a:r>
            <a:r>
              <a:rPr lang="es-ES" sz="2000" dirty="0"/>
              <a:t>)</a:t>
            </a:r>
          </a:p>
          <a:p>
            <a:pPr>
              <a:lnSpc>
                <a:spcPct val="100000"/>
              </a:lnSpc>
              <a:spcBef>
                <a:spcPts val="0"/>
              </a:spcBef>
            </a:pPr>
            <a:r>
              <a:rPr lang="es-ES" sz="2000" dirty="0"/>
              <a:t>Describir el modelo basado en el consumo.</a:t>
            </a:r>
            <a:endParaRPr lang="es-PE" sz="2000" dirty="0"/>
          </a:p>
        </p:txBody>
      </p:sp>
      <p:pic>
        <p:nvPicPr>
          <p:cNvPr id="5" name="Imagen 4">
            <a:extLst>
              <a:ext uri="{FF2B5EF4-FFF2-40B4-BE49-F238E27FC236}">
                <a16:creationId xmlns:a16="http://schemas.microsoft.com/office/drawing/2014/main" id="{CDE3C035-EEE5-A274-D041-220230F7FC4C}"/>
              </a:ext>
            </a:extLst>
          </p:cNvPr>
          <p:cNvPicPr>
            <a:picLocks noChangeAspect="1"/>
          </p:cNvPicPr>
          <p:nvPr/>
        </p:nvPicPr>
        <p:blipFill>
          <a:blip r:embed="rId2"/>
          <a:stretch>
            <a:fillRect/>
          </a:stretch>
        </p:blipFill>
        <p:spPr>
          <a:xfrm>
            <a:off x="2369647" y="3184909"/>
            <a:ext cx="6871063" cy="2486931"/>
          </a:xfrm>
          <a:prstGeom prst="rect">
            <a:avLst/>
          </a:prstGeom>
        </p:spPr>
      </p:pic>
    </p:spTree>
    <p:extLst>
      <p:ext uri="{BB962C8B-B14F-4D97-AF65-F5344CB8AC3E}">
        <p14:creationId xmlns:p14="http://schemas.microsoft.com/office/powerpoint/2010/main" val="1464214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A5DFF-EF09-FD1D-0541-CAE0D1D43E14}"/>
              </a:ext>
            </a:extLst>
          </p:cNvPr>
          <p:cNvSpPr>
            <a:spLocks noGrp="1"/>
          </p:cNvSpPr>
          <p:nvPr>
            <p:ph type="title"/>
          </p:nvPr>
        </p:nvSpPr>
        <p:spPr/>
        <p:txBody>
          <a:bodyPr/>
          <a:lstStyle/>
          <a:p>
            <a:r>
              <a:rPr lang="es-ES" dirty="0"/>
              <a:t>Comparando </a:t>
            </a:r>
            <a:r>
              <a:rPr lang="es-ES" dirty="0" err="1"/>
              <a:t>CapEx</a:t>
            </a:r>
            <a:r>
              <a:rPr lang="es-ES" dirty="0"/>
              <a:t> y </a:t>
            </a:r>
            <a:r>
              <a:rPr lang="es-ES" dirty="0" err="1"/>
              <a:t>OpEx</a:t>
            </a:r>
            <a:endParaRPr lang="es-PE" dirty="0"/>
          </a:p>
        </p:txBody>
      </p:sp>
      <p:sp>
        <p:nvSpPr>
          <p:cNvPr id="3" name="Marcador de número de diapositiva 2">
            <a:extLst>
              <a:ext uri="{FF2B5EF4-FFF2-40B4-BE49-F238E27FC236}">
                <a16:creationId xmlns:a16="http://schemas.microsoft.com/office/drawing/2014/main" id="{7DBD4A68-9B9D-7B73-1714-FE3273EA56A5}"/>
              </a:ext>
            </a:extLst>
          </p:cNvPr>
          <p:cNvSpPr>
            <a:spLocks noGrp="1"/>
          </p:cNvSpPr>
          <p:nvPr>
            <p:ph type="sldNum" idx="12"/>
          </p:nvPr>
        </p:nvSpPr>
        <p:spPr/>
        <p:txBody>
          <a:bodyPr/>
          <a:lstStyle/>
          <a:p>
            <a:fld id="{52A29C8B-5F70-8945-A2A6-FBD7A17156DB}" type="slidenum">
              <a:rPr lang="es-PE" smtClean="0"/>
              <a:pPr/>
              <a:t>10</a:t>
            </a:fld>
            <a:endParaRPr lang="es-PE"/>
          </a:p>
        </p:txBody>
      </p:sp>
      <p:sp>
        <p:nvSpPr>
          <p:cNvPr id="4" name="Marcador de contenido 3">
            <a:extLst>
              <a:ext uri="{FF2B5EF4-FFF2-40B4-BE49-F238E27FC236}">
                <a16:creationId xmlns:a16="http://schemas.microsoft.com/office/drawing/2014/main" id="{14C8CB5F-D91D-B59D-EBFE-657E3C2FA0FD}"/>
              </a:ext>
            </a:extLst>
          </p:cNvPr>
          <p:cNvSpPr>
            <a:spLocks noGrp="1"/>
          </p:cNvSpPr>
          <p:nvPr>
            <p:ph idx="1"/>
          </p:nvPr>
        </p:nvSpPr>
        <p:spPr/>
        <p:txBody>
          <a:bodyPr>
            <a:normAutofit/>
          </a:bodyPr>
          <a:lstStyle/>
          <a:p>
            <a:pPr marL="0" lvl="0" indent="0">
              <a:spcBef>
                <a:spcPts val="0"/>
              </a:spcBef>
              <a:buNone/>
            </a:pPr>
            <a:r>
              <a:rPr lang="es-ES" sz="1800" b="1" dirty="0"/>
              <a:t>Gastos de capital (</a:t>
            </a:r>
            <a:r>
              <a:rPr lang="es-ES" sz="1800" b="1" dirty="0" err="1"/>
              <a:t>CapEx</a:t>
            </a:r>
            <a:r>
              <a:rPr lang="es-ES" sz="1800" b="1" dirty="0"/>
              <a:t>)</a:t>
            </a:r>
          </a:p>
          <a:p>
            <a:pPr>
              <a:spcBef>
                <a:spcPts val="0"/>
              </a:spcBef>
            </a:pPr>
            <a:r>
              <a:rPr lang="es-ES" sz="1800" dirty="0"/>
              <a:t>El gasto inicial de dinero en infraestructura física.</a:t>
            </a:r>
          </a:p>
          <a:p>
            <a:pPr>
              <a:spcBef>
                <a:spcPts val="0"/>
              </a:spcBef>
            </a:pPr>
            <a:r>
              <a:rPr lang="es-ES" sz="1800" dirty="0"/>
              <a:t>Los costes derivados de </a:t>
            </a:r>
            <a:r>
              <a:rPr lang="es-ES" sz="1800" dirty="0" err="1"/>
              <a:t>CapEx</a:t>
            </a:r>
            <a:r>
              <a:rPr lang="es-ES" sz="1800" dirty="0"/>
              <a:t> tienen un valor que se reduce con el tiempo.</a:t>
            </a:r>
          </a:p>
          <a:p>
            <a:pPr marL="0" lvl="0" indent="0">
              <a:spcBef>
                <a:spcPts val="0"/>
              </a:spcBef>
              <a:buNone/>
            </a:pPr>
            <a:endParaRPr lang="es-ES" sz="1800" dirty="0"/>
          </a:p>
          <a:p>
            <a:pPr marL="0" lvl="0" indent="0">
              <a:spcBef>
                <a:spcPts val="0"/>
              </a:spcBef>
              <a:buNone/>
            </a:pPr>
            <a:r>
              <a:rPr lang="es-ES" sz="1800" b="1" dirty="0"/>
              <a:t>Gastos operativos (</a:t>
            </a:r>
            <a:r>
              <a:rPr lang="es-ES" sz="1800" b="1" dirty="0" err="1"/>
              <a:t>OpEx</a:t>
            </a:r>
            <a:r>
              <a:rPr lang="es-ES" sz="1800" b="1" dirty="0"/>
              <a:t>)</a:t>
            </a:r>
          </a:p>
          <a:p>
            <a:pPr>
              <a:spcBef>
                <a:spcPts val="0"/>
              </a:spcBef>
            </a:pPr>
            <a:r>
              <a:rPr lang="es-ES" sz="1800" dirty="0"/>
              <a:t>Gasto en productos y servicios según sea necesario, pago por uso.</a:t>
            </a:r>
          </a:p>
          <a:p>
            <a:pPr>
              <a:spcBef>
                <a:spcPts val="0"/>
              </a:spcBef>
            </a:pPr>
            <a:r>
              <a:rPr lang="es-ES" sz="1800" dirty="0"/>
              <a:t>Obtenga una factura de inmediato.</a:t>
            </a:r>
          </a:p>
          <a:p>
            <a:endParaRPr lang="es-PE" sz="1800" dirty="0"/>
          </a:p>
        </p:txBody>
      </p:sp>
      <p:pic>
        <p:nvPicPr>
          <p:cNvPr id="5" name="Imagen 4">
            <a:extLst>
              <a:ext uri="{FF2B5EF4-FFF2-40B4-BE49-F238E27FC236}">
                <a16:creationId xmlns:a16="http://schemas.microsoft.com/office/drawing/2014/main" id="{3265688A-DA2D-D841-426D-4D111674998C}"/>
              </a:ext>
            </a:extLst>
          </p:cNvPr>
          <p:cNvPicPr>
            <a:picLocks noChangeAspect="1"/>
          </p:cNvPicPr>
          <p:nvPr/>
        </p:nvPicPr>
        <p:blipFill>
          <a:blip r:embed="rId2"/>
          <a:stretch>
            <a:fillRect/>
          </a:stretch>
        </p:blipFill>
        <p:spPr>
          <a:xfrm>
            <a:off x="1698444" y="3429000"/>
            <a:ext cx="8856345" cy="1802422"/>
          </a:xfrm>
          <a:prstGeom prst="rect">
            <a:avLst/>
          </a:prstGeom>
        </p:spPr>
      </p:pic>
    </p:spTree>
    <p:extLst>
      <p:ext uri="{BB962C8B-B14F-4D97-AF65-F5344CB8AC3E}">
        <p14:creationId xmlns:p14="http://schemas.microsoft.com/office/powerpoint/2010/main" val="3726795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42B801-6757-78D2-3A40-D5BB7E7A1CD1}"/>
              </a:ext>
            </a:extLst>
          </p:cNvPr>
          <p:cNvSpPr>
            <a:spLocks noGrp="1"/>
          </p:cNvSpPr>
          <p:nvPr>
            <p:ph type="title"/>
          </p:nvPr>
        </p:nvSpPr>
        <p:spPr/>
        <p:txBody>
          <a:bodyPr/>
          <a:lstStyle/>
          <a:p>
            <a:r>
              <a:rPr lang="es-ES" dirty="0"/>
              <a:t>Modelo basado en el consumo</a:t>
            </a:r>
            <a:endParaRPr lang="es-PE" dirty="0"/>
          </a:p>
        </p:txBody>
      </p:sp>
      <p:sp>
        <p:nvSpPr>
          <p:cNvPr id="3" name="Marcador de número de diapositiva 2">
            <a:extLst>
              <a:ext uri="{FF2B5EF4-FFF2-40B4-BE49-F238E27FC236}">
                <a16:creationId xmlns:a16="http://schemas.microsoft.com/office/drawing/2014/main" id="{B8AAB872-89A5-3ADD-665C-64F18BC302C0}"/>
              </a:ext>
            </a:extLst>
          </p:cNvPr>
          <p:cNvSpPr>
            <a:spLocks noGrp="1"/>
          </p:cNvSpPr>
          <p:nvPr>
            <p:ph type="sldNum" idx="12"/>
          </p:nvPr>
        </p:nvSpPr>
        <p:spPr/>
        <p:txBody>
          <a:bodyPr/>
          <a:lstStyle/>
          <a:p>
            <a:fld id="{52A29C8B-5F70-8945-A2A6-FBD7A17156DB}" type="slidenum">
              <a:rPr lang="es-PE" smtClean="0"/>
              <a:pPr/>
              <a:t>11</a:t>
            </a:fld>
            <a:endParaRPr lang="es-PE"/>
          </a:p>
        </p:txBody>
      </p:sp>
      <p:sp>
        <p:nvSpPr>
          <p:cNvPr id="4" name="Marcador de contenido 3">
            <a:extLst>
              <a:ext uri="{FF2B5EF4-FFF2-40B4-BE49-F238E27FC236}">
                <a16:creationId xmlns:a16="http://schemas.microsoft.com/office/drawing/2014/main" id="{E62BC172-027F-93ED-B123-2AF08CCC80F3}"/>
              </a:ext>
            </a:extLst>
          </p:cNvPr>
          <p:cNvSpPr>
            <a:spLocks noGrp="1"/>
          </p:cNvSpPr>
          <p:nvPr>
            <p:ph idx="1"/>
          </p:nvPr>
        </p:nvSpPr>
        <p:spPr/>
        <p:txBody>
          <a:bodyPr/>
          <a:lstStyle/>
          <a:p>
            <a:r>
              <a:rPr lang="es-ES" sz="2000" dirty="0"/>
              <a:t>Los proveedores de servicios en la nube operan en un modelo basado en el consumo, lo que significa que los usuarios finales solo pagan por los recursos que utilizan. Lo que usan es lo que pagan. </a:t>
            </a:r>
          </a:p>
          <a:p>
            <a:endParaRPr lang="es-ES" sz="2000" dirty="0"/>
          </a:p>
          <a:p>
            <a:r>
              <a:rPr lang="es-ES" sz="2000" dirty="0"/>
              <a:t>Una mejor predicción de costes.</a:t>
            </a:r>
          </a:p>
          <a:p>
            <a:r>
              <a:rPr lang="es-ES" sz="2000" dirty="0"/>
              <a:t>Se proporciona precios para recursos y servicios individuales.</a:t>
            </a:r>
          </a:p>
          <a:p>
            <a:r>
              <a:rPr lang="es-PE" sz="2000" dirty="0"/>
              <a:t>La facturación se basa en el uso real.</a:t>
            </a:r>
          </a:p>
          <a:p>
            <a:endParaRPr lang="es-PE" dirty="0"/>
          </a:p>
        </p:txBody>
      </p:sp>
      <p:pic>
        <p:nvPicPr>
          <p:cNvPr id="5" name="Imagen 4">
            <a:extLst>
              <a:ext uri="{FF2B5EF4-FFF2-40B4-BE49-F238E27FC236}">
                <a16:creationId xmlns:a16="http://schemas.microsoft.com/office/drawing/2014/main" id="{BC2ED034-C451-A9A9-9A40-3093DE6F452A}"/>
              </a:ext>
            </a:extLst>
          </p:cNvPr>
          <p:cNvPicPr>
            <a:picLocks noChangeAspect="1"/>
          </p:cNvPicPr>
          <p:nvPr/>
        </p:nvPicPr>
        <p:blipFill>
          <a:blip r:embed="rId2"/>
          <a:stretch>
            <a:fillRect/>
          </a:stretch>
        </p:blipFill>
        <p:spPr>
          <a:xfrm>
            <a:off x="8755104" y="2768585"/>
            <a:ext cx="2439666" cy="1585504"/>
          </a:xfrm>
          <a:prstGeom prst="rect">
            <a:avLst/>
          </a:prstGeom>
        </p:spPr>
      </p:pic>
    </p:spTree>
    <p:extLst>
      <p:ext uri="{BB962C8B-B14F-4D97-AF65-F5344CB8AC3E}">
        <p14:creationId xmlns:p14="http://schemas.microsoft.com/office/powerpoint/2010/main" val="1154199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6D8305-2193-E16F-0BFA-8A5DC41DE4E1}"/>
              </a:ext>
            </a:extLst>
          </p:cNvPr>
          <p:cNvSpPr>
            <a:spLocks noGrp="1"/>
          </p:cNvSpPr>
          <p:nvPr>
            <p:ph type="title"/>
          </p:nvPr>
        </p:nvSpPr>
        <p:spPr/>
        <p:txBody>
          <a:bodyPr/>
          <a:lstStyle/>
          <a:p>
            <a:r>
              <a:rPr lang="es-ES" dirty="0"/>
              <a:t>Servicios en la nube: dominio objetivo</a:t>
            </a:r>
            <a:endParaRPr lang="es-PE" dirty="0"/>
          </a:p>
        </p:txBody>
      </p:sp>
      <p:sp>
        <p:nvSpPr>
          <p:cNvPr id="3" name="Marcador de número de diapositiva 2">
            <a:extLst>
              <a:ext uri="{FF2B5EF4-FFF2-40B4-BE49-F238E27FC236}">
                <a16:creationId xmlns:a16="http://schemas.microsoft.com/office/drawing/2014/main" id="{0555EBC5-F66B-4C60-6F79-667B4C364354}"/>
              </a:ext>
            </a:extLst>
          </p:cNvPr>
          <p:cNvSpPr>
            <a:spLocks noGrp="1"/>
          </p:cNvSpPr>
          <p:nvPr>
            <p:ph type="sldNum" idx="12"/>
          </p:nvPr>
        </p:nvSpPr>
        <p:spPr/>
        <p:txBody>
          <a:bodyPr/>
          <a:lstStyle/>
          <a:p>
            <a:fld id="{52A29C8B-5F70-8945-A2A6-FBD7A17156DB}" type="slidenum">
              <a:rPr lang="es-PE" smtClean="0"/>
              <a:pPr/>
              <a:t>12</a:t>
            </a:fld>
            <a:endParaRPr lang="es-PE"/>
          </a:p>
        </p:txBody>
      </p:sp>
      <p:sp>
        <p:nvSpPr>
          <p:cNvPr id="4" name="Marcador de contenido 3">
            <a:extLst>
              <a:ext uri="{FF2B5EF4-FFF2-40B4-BE49-F238E27FC236}">
                <a16:creationId xmlns:a16="http://schemas.microsoft.com/office/drawing/2014/main" id="{7B08D08F-526C-DFD2-6A33-CF8676C08734}"/>
              </a:ext>
            </a:extLst>
          </p:cNvPr>
          <p:cNvSpPr>
            <a:spLocks noGrp="1"/>
          </p:cNvSpPr>
          <p:nvPr>
            <p:ph idx="1"/>
          </p:nvPr>
        </p:nvSpPr>
        <p:spPr/>
        <p:txBody>
          <a:bodyPr/>
          <a:lstStyle/>
          <a:p>
            <a:r>
              <a:rPr lang="es-ES" dirty="0"/>
              <a:t>Describir la infraestructura como servicio (IaaS)</a:t>
            </a:r>
          </a:p>
          <a:p>
            <a:r>
              <a:rPr lang="es-ES" dirty="0"/>
              <a:t>Describir la plataforma como servicio (PaaS)</a:t>
            </a:r>
          </a:p>
          <a:p>
            <a:r>
              <a:rPr lang="es-ES" dirty="0"/>
              <a:t>Describir el software como servicio (SaaS)</a:t>
            </a:r>
          </a:p>
          <a:p>
            <a:r>
              <a:rPr lang="es-ES" dirty="0"/>
              <a:t>Identificar un tipo de servicio a partir de una situación.</a:t>
            </a:r>
          </a:p>
          <a:p>
            <a:r>
              <a:rPr lang="es-ES" dirty="0"/>
              <a:t>Describir el modelo de responsabilidad compartida.</a:t>
            </a:r>
          </a:p>
          <a:p>
            <a:r>
              <a:rPr lang="es-ES" dirty="0"/>
              <a:t>Describir la informática sin servidor. </a:t>
            </a:r>
            <a:endParaRPr lang="es-PE" dirty="0"/>
          </a:p>
          <a:p>
            <a:endParaRPr lang="es-PE" dirty="0"/>
          </a:p>
        </p:txBody>
      </p:sp>
    </p:spTree>
    <p:extLst>
      <p:ext uri="{BB962C8B-B14F-4D97-AF65-F5344CB8AC3E}">
        <p14:creationId xmlns:p14="http://schemas.microsoft.com/office/powerpoint/2010/main" val="2076965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1F567-DFEE-911A-FC6C-ADA42FA7CF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E88AFC-1A69-8D1F-807E-5B95E40C7135}"/>
              </a:ext>
            </a:extLst>
          </p:cNvPr>
          <p:cNvSpPr>
            <a:spLocks noGrp="1"/>
          </p:cNvSpPr>
          <p:nvPr>
            <p:ph type="title"/>
          </p:nvPr>
        </p:nvSpPr>
        <p:spPr/>
        <p:txBody>
          <a:bodyPr/>
          <a:lstStyle/>
          <a:p>
            <a:r>
              <a:rPr lang="es-ES" dirty="0"/>
              <a:t>Infraestructura como servicio (IaaS)</a:t>
            </a:r>
            <a:endParaRPr lang="es-PE" dirty="0"/>
          </a:p>
        </p:txBody>
      </p:sp>
      <p:sp>
        <p:nvSpPr>
          <p:cNvPr id="3" name="Marcador de número de diapositiva 2">
            <a:extLst>
              <a:ext uri="{FF2B5EF4-FFF2-40B4-BE49-F238E27FC236}">
                <a16:creationId xmlns:a16="http://schemas.microsoft.com/office/drawing/2014/main" id="{94B9BF4B-A7F4-FEA2-BDAF-AF69C9CCDE54}"/>
              </a:ext>
            </a:extLst>
          </p:cNvPr>
          <p:cNvSpPr>
            <a:spLocks noGrp="1"/>
          </p:cNvSpPr>
          <p:nvPr>
            <p:ph type="sldNum" idx="12"/>
          </p:nvPr>
        </p:nvSpPr>
        <p:spPr/>
        <p:txBody>
          <a:bodyPr/>
          <a:lstStyle/>
          <a:p>
            <a:fld id="{52A29C8B-5F70-8945-A2A6-FBD7A17156DB}" type="slidenum">
              <a:rPr lang="es-PE" smtClean="0"/>
              <a:pPr/>
              <a:t>13</a:t>
            </a:fld>
            <a:endParaRPr lang="es-PE"/>
          </a:p>
        </p:txBody>
      </p:sp>
      <p:sp>
        <p:nvSpPr>
          <p:cNvPr id="4" name="Marcador de contenido 3">
            <a:extLst>
              <a:ext uri="{FF2B5EF4-FFF2-40B4-BE49-F238E27FC236}">
                <a16:creationId xmlns:a16="http://schemas.microsoft.com/office/drawing/2014/main" id="{903D0019-8587-53D0-7E23-8D0A2D97139A}"/>
              </a:ext>
            </a:extLst>
          </p:cNvPr>
          <p:cNvSpPr>
            <a:spLocks noGrp="1"/>
          </p:cNvSpPr>
          <p:nvPr>
            <p:ph idx="1"/>
          </p:nvPr>
        </p:nvSpPr>
        <p:spPr/>
        <p:txBody>
          <a:bodyPr/>
          <a:lstStyle/>
          <a:p>
            <a:r>
              <a:rPr lang="es-ES" dirty="0"/>
              <a:t>Cree una infraestructura de TI de pago por uso alquilando servidores, máquinas virtuales, almacenamiento, redes y sistemas operativos de un proveedor de nube. </a:t>
            </a:r>
            <a:endParaRPr lang="es-PE" dirty="0"/>
          </a:p>
          <a:p>
            <a:endParaRPr lang="es-PE" dirty="0"/>
          </a:p>
        </p:txBody>
      </p:sp>
      <p:pic>
        <p:nvPicPr>
          <p:cNvPr id="5" name="Imagen 4">
            <a:extLst>
              <a:ext uri="{FF2B5EF4-FFF2-40B4-BE49-F238E27FC236}">
                <a16:creationId xmlns:a16="http://schemas.microsoft.com/office/drawing/2014/main" id="{0DA8DEFC-9E93-3ABD-0ACD-952799942F72}"/>
              </a:ext>
            </a:extLst>
          </p:cNvPr>
          <p:cNvPicPr>
            <a:picLocks noChangeAspect="1"/>
          </p:cNvPicPr>
          <p:nvPr/>
        </p:nvPicPr>
        <p:blipFill>
          <a:blip r:embed="rId2"/>
          <a:stretch>
            <a:fillRect/>
          </a:stretch>
        </p:blipFill>
        <p:spPr>
          <a:xfrm>
            <a:off x="4144453" y="2650815"/>
            <a:ext cx="4682626" cy="2824540"/>
          </a:xfrm>
          <a:prstGeom prst="rect">
            <a:avLst/>
          </a:prstGeom>
        </p:spPr>
      </p:pic>
    </p:spTree>
    <p:extLst>
      <p:ext uri="{BB962C8B-B14F-4D97-AF65-F5344CB8AC3E}">
        <p14:creationId xmlns:p14="http://schemas.microsoft.com/office/powerpoint/2010/main" val="3936887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F7656-5A91-2A44-A65C-2E90531B1F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5DF5B4-C646-ED02-00DB-C7FA0222170C}"/>
              </a:ext>
            </a:extLst>
          </p:cNvPr>
          <p:cNvSpPr>
            <a:spLocks noGrp="1"/>
          </p:cNvSpPr>
          <p:nvPr>
            <p:ph type="title"/>
          </p:nvPr>
        </p:nvSpPr>
        <p:spPr/>
        <p:txBody>
          <a:bodyPr/>
          <a:lstStyle/>
          <a:p>
            <a:r>
              <a:rPr lang="es-ES" dirty="0"/>
              <a:t>Plataforma como servicio (PaaS)</a:t>
            </a:r>
            <a:endParaRPr lang="es-PE" dirty="0"/>
          </a:p>
        </p:txBody>
      </p:sp>
      <p:sp>
        <p:nvSpPr>
          <p:cNvPr id="3" name="Marcador de número de diapositiva 2">
            <a:extLst>
              <a:ext uri="{FF2B5EF4-FFF2-40B4-BE49-F238E27FC236}">
                <a16:creationId xmlns:a16="http://schemas.microsoft.com/office/drawing/2014/main" id="{DD9172E6-F7EE-CEE5-831E-FB63B4690D24}"/>
              </a:ext>
            </a:extLst>
          </p:cNvPr>
          <p:cNvSpPr>
            <a:spLocks noGrp="1"/>
          </p:cNvSpPr>
          <p:nvPr>
            <p:ph type="sldNum" idx="12"/>
          </p:nvPr>
        </p:nvSpPr>
        <p:spPr/>
        <p:txBody>
          <a:bodyPr/>
          <a:lstStyle/>
          <a:p>
            <a:fld id="{52A29C8B-5F70-8945-A2A6-FBD7A17156DB}" type="slidenum">
              <a:rPr lang="es-PE" smtClean="0"/>
              <a:pPr/>
              <a:t>14</a:t>
            </a:fld>
            <a:endParaRPr lang="es-PE"/>
          </a:p>
        </p:txBody>
      </p:sp>
      <p:sp>
        <p:nvSpPr>
          <p:cNvPr id="4" name="Marcador de contenido 3">
            <a:extLst>
              <a:ext uri="{FF2B5EF4-FFF2-40B4-BE49-F238E27FC236}">
                <a16:creationId xmlns:a16="http://schemas.microsoft.com/office/drawing/2014/main" id="{C627ECA6-FBC0-843C-8C1F-A90A33F2C8CE}"/>
              </a:ext>
            </a:extLst>
          </p:cNvPr>
          <p:cNvSpPr>
            <a:spLocks noGrp="1"/>
          </p:cNvSpPr>
          <p:nvPr>
            <p:ph idx="1"/>
          </p:nvPr>
        </p:nvSpPr>
        <p:spPr/>
        <p:txBody>
          <a:bodyPr/>
          <a:lstStyle/>
          <a:p>
            <a:r>
              <a:rPr lang="es-ES" dirty="0"/>
              <a:t>Proporción un entorno para compilar, probar e implementar aplicaciones de software, sin centrarse en la administración de la infraestructura subyacente.</a:t>
            </a:r>
            <a:endParaRPr lang="es-PE" dirty="0"/>
          </a:p>
          <a:p>
            <a:endParaRPr lang="es-PE" dirty="0"/>
          </a:p>
        </p:txBody>
      </p:sp>
      <p:pic>
        <p:nvPicPr>
          <p:cNvPr id="5" name="Imagen 4">
            <a:extLst>
              <a:ext uri="{FF2B5EF4-FFF2-40B4-BE49-F238E27FC236}">
                <a16:creationId xmlns:a16="http://schemas.microsoft.com/office/drawing/2014/main" id="{D779F837-3E4D-642E-2BEC-000B63FFC428}"/>
              </a:ext>
            </a:extLst>
          </p:cNvPr>
          <p:cNvPicPr>
            <a:picLocks noChangeAspect="1"/>
          </p:cNvPicPr>
          <p:nvPr/>
        </p:nvPicPr>
        <p:blipFill>
          <a:blip r:embed="rId2"/>
          <a:stretch>
            <a:fillRect/>
          </a:stretch>
        </p:blipFill>
        <p:spPr>
          <a:xfrm>
            <a:off x="3310030" y="2611070"/>
            <a:ext cx="6338751" cy="2728523"/>
          </a:xfrm>
          <a:prstGeom prst="rect">
            <a:avLst/>
          </a:prstGeom>
        </p:spPr>
      </p:pic>
    </p:spTree>
    <p:extLst>
      <p:ext uri="{BB962C8B-B14F-4D97-AF65-F5344CB8AC3E}">
        <p14:creationId xmlns:p14="http://schemas.microsoft.com/office/powerpoint/2010/main" val="670890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6EA6F-1C37-4CFF-251D-4D493957B1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96EB97-730D-3760-E41E-52E7F20CB57B}"/>
              </a:ext>
            </a:extLst>
          </p:cNvPr>
          <p:cNvSpPr>
            <a:spLocks noGrp="1"/>
          </p:cNvSpPr>
          <p:nvPr>
            <p:ph type="title"/>
          </p:nvPr>
        </p:nvSpPr>
        <p:spPr/>
        <p:txBody>
          <a:bodyPr/>
          <a:lstStyle/>
          <a:p>
            <a:r>
              <a:rPr lang="es-ES" dirty="0"/>
              <a:t>Software como servicio (SaaS)</a:t>
            </a:r>
            <a:endParaRPr lang="es-PE" dirty="0"/>
          </a:p>
        </p:txBody>
      </p:sp>
      <p:sp>
        <p:nvSpPr>
          <p:cNvPr id="3" name="Marcador de número de diapositiva 2">
            <a:extLst>
              <a:ext uri="{FF2B5EF4-FFF2-40B4-BE49-F238E27FC236}">
                <a16:creationId xmlns:a16="http://schemas.microsoft.com/office/drawing/2014/main" id="{08634D65-C3DF-DC2A-0C0F-B1B065363285}"/>
              </a:ext>
            </a:extLst>
          </p:cNvPr>
          <p:cNvSpPr>
            <a:spLocks noGrp="1"/>
          </p:cNvSpPr>
          <p:nvPr>
            <p:ph type="sldNum" idx="12"/>
          </p:nvPr>
        </p:nvSpPr>
        <p:spPr/>
        <p:txBody>
          <a:bodyPr/>
          <a:lstStyle/>
          <a:p>
            <a:fld id="{52A29C8B-5F70-8945-A2A6-FBD7A17156DB}" type="slidenum">
              <a:rPr lang="es-PE" smtClean="0"/>
              <a:pPr/>
              <a:t>15</a:t>
            </a:fld>
            <a:endParaRPr lang="es-PE"/>
          </a:p>
        </p:txBody>
      </p:sp>
      <p:sp>
        <p:nvSpPr>
          <p:cNvPr id="4" name="Marcador de contenido 3">
            <a:extLst>
              <a:ext uri="{FF2B5EF4-FFF2-40B4-BE49-F238E27FC236}">
                <a16:creationId xmlns:a16="http://schemas.microsoft.com/office/drawing/2014/main" id="{94ED398C-729C-FE8A-C79C-694EF72FB946}"/>
              </a:ext>
            </a:extLst>
          </p:cNvPr>
          <p:cNvSpPr>
            <a:spLocks noGrp="1"/>
          </p:cNvSpPr>
          <p:nvPr>
            <p:ph idx="1"/>
          </p:nvPr>
        </p:nvSpPr>
        <p:spPr/>
        <p:txBody>
          <a:bodyPr/>
          <a:lstStyle/>
          <a:p>
            <a:r>
              <a:rPr lang="es-ES" dirty="0"/>
              <a:t>Los usuarios usan aplicaciones basados en la nube y se conectan a ellas a través de Internet. Algunos ejemplos de estas aplicaciones son Microsoft Office 365, el correo electrónico y los calendarios. </a:t>
            </a:r>
            <a:endParaRPr lang="es-PE" dirty="0"/>
          </a:p>
          <a:p>
            <a:endParaRPr lang="es-PE" dirty="0"/>
          </a:p>
        </p:txBody>
      </p:sp>
      <p:pic>
        <p:nvPicPr>
          <p:cNvPr id="5" name="Imagen 4">
            <a:extLst>
              <a:ext uri="{FF2B5EF4-FFF2-40B4-BE49-F238E27FC236}">
                <a16:creationId xmlns:a16="http://schemas.microsoft.com/office/drawing/2014/main" id="{41E3E729-7825-8561-384B-916254275729}"/>
              </a:ext>
            </a:extLst>
          </p:cNvPr>
          <p:cNvPicPr>
            <a:picLocks noChangeAspect="1"/>
          </p:cNvPicPr>
          <p:nvPr/>
        </p:nvPicPr>
        <p:blipFill>
          <a:blip r:embed="rId2"/>
          <a:stretch>
            <a:fillRect/>
          </a:stretch>
        </p:blipFill>
        <p:spPr>
          <a:xfrm>
            <a:off x="2875103" y="3052018"/>
            <a:ext cx="6268539" cy="2490713"/>
          </a:xfrm>
          <a:prstGeom prst="rect">
            <a:avLst/>
          </a:prstGeom>
        </p:spPr>
      </p:pic>
    </p:spTree>
    <p:extLst>
      <p:ext uri="{BB962C8B-B14F-4D97-AF65-F5344CB8AC3E}">
        <p14:creationId xmlns:p14="http://schemas.microsoft.com/office/powerpoint/2010/main" val="424758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80A4-8C11-6B0F-BF70-9B2C67A582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F317D7-A0ED-84F3-DF5E-3E7744FF4181}"/>
              </a:ext>
            </a:extLst>
          </p:cNvPr>
          <p:cNvSpPr>
            <a:spLocks noGrp="1"/>
          </p:cNvSpPr>
          <p:nvPr>
            <p:ph type="title"/>
          </p:nvPr>
        </p:nvSpPr>
        <p:spPr/>
        <p:txBody>
          <a:bodyPr/>
          <a:lstStyle/>
          <a:p>
            <a:r>
              <a:rPr lang="es-ES" dirty="0"/>
              <a:t>Comparación de servicios en la nube</a:t>
            </a:r>
            <a:endParaRPr lang="es-PE" dirty="0"/>
          </a:p>
        </p:txBody>
      </p:sp>
      <p:sp>
        <p:nvSpPr>
          <p:cNvPr id="3" name="Marcador de número de diapositiva 2">
            <a:extLst>
              <a:ext uri="{FF2B5EF4-FFF2-40B4-BE49-F238E27FC236}">
                <a16:creationId xmlns:a16="http://schemas.microsoft.com/office/drawing/2014/main" id="{3734B831-FE3E-037C-0018-7D2CF56CB7BE}"/>
              </a:ext>
            </a:extLst>
          </p:cNvPr>
          <p:cNvSpPr>
            <a:spLocks noGrp="1"/>
          </p:cNvSpPr>
          <p:nvPr>
            <p:ph type="sldNum" idx="12"/>
          </p:nvPr>
        </p:nvSpPr>
        <p:spPr/>
        <p:txBody>
          <a:bodyPr/>
          <a:lstStyle/>
          <a:p>
            <a:fld id="{52A29C8B-5F70-8945-A2A6-FBD7A17156DB}" type="slidenum">
              <a:rPr lang="es-PE" smtClean="0"/>
              <a:pPr/>
              <a:t>16</a:t>
            </a:fld>
            <a:endParaRPr lang="es-PE"/>
          </a:p>
        </p:txBody>
      </p:sp>
      <p:pic>
        <p:nvPicPr>
          <p:cNvPr id="5" name="Imagen 4">
            <a:extLst>
              <a:ext uri="{FF2B5EF4-FFF2-40B4-BE49-F238E27FC236}">
                <a16:creationId xmlns:a16="http://schemas.microsoft.com/office/drawing/2014/main" id="{790A8F27-A0B4-1908-3F01-A8503401CB02}"/>
              </a:ext>
            </a:extLst>
          </p:cNvPr>
          <p:cNvPicPr>
            <a:picLocks noChangeAspect="1"/>
          </p:cNvPicPr>
          <p:nvPr/>
        </p:nvPicPr>
        <p:blipFill>
          <a:blip r:embed="rId2"/>
          <a:stretch>
            <a:fillRect/>
          </a:stretch>
        </p:blipFill>
        <p:spPr>
          <a:xfrm>
            <a:off x="1486228" y="1831428"/>
            <a:ext cx="9248503" cy="2825931"/>
          </a:xfrm>
          <a:prstGeom prst="rect">
            <a:avLst/>
          </a:prstGeom>
        </p:spPr>
      </p:pic>
    </p:spTree>
    <p:extLst>
      <p:ext uri="{BB962C8B-B14F-4D97-AF65-F5344CB8AC3E}">
        <p14:creationId xmlns:p14="http://schemas.microsoft.com/office/powerpoint/2010/main" val="850776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E125-C73E-93EE-B162-10E2AD7C65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FFAF33-B91F-F694-FBC5-5281AB8F1ED6}"/>
              </a:ext>
            </a:extLst>
          </p:cNvPr>
          <p:cNvSpPr>
            <a:spLocks noGrp="1"/>
          </p:cNvSpPr>
          <p:nvPr>
            <p:ph type="title"/>
          </p:nvPr>
        </p:nvSpPr>
        <p:spPr/>
        <p:txBody>
          <a:bodyPr/>
          <a:lstStyle/>
          <a:p>
            <a:r>
              <a:rPr lang="es-ES" dirty="0"/>
              <a:t>Modelo de responsabilidad compartida</a:t>
            </a:r>
            <a:endParaRPr lang="es-PE" dirty="0"/>
          </a:p>
        </p:txBody>
      </p:sp>
      <p:sp>
        <p:nvSpPr>
          <p:cNvPr id="3" name="Marcador de número de diapositiva 2">
            <a:extLst>
              <a:ext uri="{FF2B5EF4-FFF2-40B4-BE49-F238E27FC236}">
                <a16:creationId xmlns:a16="http://schemas.microsoft.com/office/drawing/2014/main" id="{CFC3017A-2E3B-1080-2AA6-89F4C861681F}"/>
              </a:ext>
            </a:extLst>
          </p:cNvPr>
          <p:cNvSpPr>
            <a:spLocks noGrp="1"/>
          </p:cNvSpPr>
          <p:nvPr>
            <p:ph type="sldNum" idx="12"/>
          </p:nvPr>
        </p:nvSpPr>
        <p:spPr/>
        <p:txBody>
          <a:bodyPr/>
          <a:lstStyle/>
          <a:p>
            <a:fld id="{52A29C8B-5F70-8945-A2A6-FBD7A17156DB}" type="slidenum">
              <a:rPr lang="es-PE" smtClean="0"/>
              <a:pPr/>
              <a:t>17</a:t>
            </a:fld>
            <a:endParaRPr lang="es-PE"/>
          </a:p>
        </p:txBody>
      </p:sp>
      <p:pic>
        <p:nvPicPr>
          <p:cNvPr id="5" name="Imagen 4">
            <a:extLst>
              <a:ext uri="{FF2B5EF4-FFF2-40B4-BE49-F238E27FC236}">
                <a16:creationId xmlns:a16="http://schemas.microsoft.com/office/drawing/2014/main" id="{DDC88CC0-DA48-AB31-15CD-DC4F6D561D1A}"/>
              </a:ext>
            </a:extLst>
          </p:cNvPr>
          <p:cNvPicPr>
            <a:picLocks noChangeAspect="1"/>
          </p:cNvPicPr>
          <p:nvPr/>
        </p:nvPicPr>
        <p:blipFill>
          <a:blip r:embed="rId2"/>
          <a:stretch>
            <a:fillRect/>
          </a:stretch>
        </p:blipFill>
        <p:spPr>
          <a:xfrm>
            <a:off x="1220346" y="1389814"/>
            <a:ext cx="9135291" cy="4078372"/>
          </a:xfrm>
          <a:prstGeom prst="rect">
            <a:avLst/>
          </a:prstGeom>
        </p:spPr>
      </p:pic>
    </p:spTree>
    <p:extLst>
      <p:ext uri="{BB962C8B-B14F-4D97-AF65-F5344CB8AC3E}">
        <p14:creationId xmlns:p14="http://schemas.microsoft.com/office/powerpoint/2010/main" val="917664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F44B-5E6C-AD51-6FF3-4FCB1DB4FC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73E94F-DF5F-82DA-748C-8745D0D8F5E3}"/>
              </a:ext>
            </a:extLst>
          </p:cNvPr>
          <p:cNvSpPr>
            <a:spLocks noGrp="1"/>
          </p:cNvSpPr>
          <p:nvPr>
            <p:ph type="title"/>
          </p:nvPr>
        </p:nvSpPr>
        <p:spPr/>
        <p:txBody>
          <a:bodyPr/>
          <a:lstStyle/>
          <a:p>
            <a:r>
              <a:rPr lang="es-ES" dirty="0"/>
              <a:t>Verificando lo aprendido</a:t>
            </a:r>
            <a:endParaRPr lang="es-PE" dirty="0"/>
          </a:p>
        </p:txBody>
      </p:sp>
      <p:sp>
        <p:nvSpPr>
          <p:cNvPr id="3" name="Marcador de número de diapositiva 2">
            <a:extLst>
              <a:ext uri="{FF2B5EF4-FFF2-40B4-BE49-F238E27FC236}">
                <a16:creationId xmlns:a16="http://schemas.microsoft.com/office/drawing/2014/main" id="{F2839692-0FA9-C75A-F858-6564CF5B46E1}"/>
              </a:ext>
            </a:extLst>
          </p:cNvPr>
          <p:cNvSpPr>
            <a:spLocks noGrp="1"/>
          </p:cNvSpPr>
          <p:nvPr>
            <p:ph type="sldNum" idx="12"/>
          </p:nvPr>
        </p:nvSpPr>
        <p:spPr/>
        <p:txBody>
          <a:bodyPr/>
          <a:lstStyle/>
          <a:p>
            <a:fld id="{52A29C8B-5F70-8945-A2A6-FBD7A17156DB}" type="slidenum">
              <a:rPr lang="es-PE" smtClean="0"/>
              <a:pPr/>
              <a:t>18</a:t>
            </a:fld>
            <a:endParaRPr lang="es-PE"/>
          </a:p>
        </p:txBody>
      </p:sp>
      <p:sp>
        <p:nvSpPr>
          <p:cNvPr id="4" name="Marcador de contenido 3">
            <a:extLst>
              <a:ext uri="{FF2B5EF4-FFF2-40B4-BE49-F238E27FC236}">
                <a16:creationId xmlns:a16="http://schemas.microsoft.com/office/drawing/2014/main" id="{319099E1-F129-1510-257E-DC85F2E5D054}"/>
              </a:ext>
            </a:extLst>
          </p:cNvPr>
          <p:cNvSpPr>
            <a:spLocks noGrp="1"/>
          </p:cNvSpPr>
          <p:nvPr>
            <p:ph idx="1"/>
          </p:nvPr>
        </p:nvSpPr>
        <p:spPr/>
        <p:txBody>
          <a:bodyPr/>
          <a:lstStyle/>
          <a:p>
            <a:r>
              <a:rPr lang="es-ES" dirty="0"/>
              <a:t>Ingresar al </a:t>
            </a:r>
            <a:r>
              <a:rPr lang="es-ES" dirty="0" err="1"/>
              <a:t>Kahoot</a:t>
            </a:r>
            <a:r>
              <a:rPr lang="es-ES" dirty="0"/>
              <a:t> que se va a presentar y el de mayor puntaje ganará un premio.</a:t>
            </a:r>
            <a:endParaRPr lang="es-PE" dirty="0"/>
          </a:p>
          <a:p>
            <a:endParaRPr lang="es-PE" dirty="0"/>
          </a:p>
        </p:txBody>
      </p:sp>
    </p:spTree>
    <p:extLst>
      <p:ext uri="{BB962C8B-B14F-4D97-AF65-F5344CB8AC3E}">
        <p14:creationId xmlns:p14="http://schemas.microsoft.com/office/powerpoint/2010/main" val="4155444280"/>
      </p:ext>
    </p:extLst>
  </p:cSld>
  <p:clrMapOvr>
    <a:masterClrMapping/>
  </p:clrMapOvr>
</p:sld>
</file>

<file path=ppt/theme/theme1.xml><?xml version="1.0" encoding="utf-8"?>
<a:theme xmlns:a="http://schemas.openxmlformats.org/drawingml/2006/main" name="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1CEE12FC-EFE8-427F-AFDD-10E13BDA9816}"/>
    </a:ext>
  </a:extLst>
</a:theme>
</file>

<file path=ppt/theme/theme2.xml><?xml version="1.0" encoding="utf-8"?>
<a:theme xmlns:a="http://schemas.openxmlformats.org/drawingml/2006/main" name="1_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2968A79A-DB5B-4965-B275-611A9275D097}"/>
    </a:ext>
  </a:extLst>
</a:theme>
</file>

<file path=ppt/theme/theme3.xml><?xml version="1.0" encoding="utf-8"?>
<a:theme xmlns:a="http://schemas.openxmlformats.org/drawingml/2006/main" name="Diseño personalizado">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Montserrat">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5F575593-E9A2-4645-ABE1-5BD8C9BF19B9}"/>
    </a:ext>
  </a:extLst>
</a:theme>
</file>

<file path=ppt/theme/theme4.xml><?xml version="1.0" encoding="utf-8"?>
<a:theme xmlns:a="http://schemas.openxmlformats.org/drawingml/2006/main" name="Telecom Pucp">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lecom Pucp" id="{04A4479E-36D6-4C66-807A-9F4E8318654E}" vid="{A438D0C6-9502-4DA2-8DE8-05B87C02855A}"/>
    </a:ext>
  </a:extLst>
</a:theme>
</file>

<file path=ppt/theme/theme5.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Plantilla_Telecomunicaciones (1)</Template>
  <TotalTime>554</TotalTime>
  <Words>571</Words>
  <Application>Microsoft Office PowerPoint</Application>
  <PresentationFormat>Panorámica</PresentationFormat>
  <Paragraphs>73</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4</vt:i4>
      </vt:variant>
      <vt:variant>
        <vt:lpstr>Títulos de diapositiva</vt:lpstr>
      </vt:variant>
      <vt:variant>
        <vt:i4>18</vt:i4>
      </vt:variant>
    </vt:vector>
  </HeadingPairs>
  <TitlesOfParts>
    <vt:vector size="26" baseType="lpstr">
      <vt:lpstr>Arial</vt:lpstr>
      <vt:lpstr>Montserrat</vt:lpstr>
      <vt:lpstr>Montserrat Medium</vt:lpstr>
      <vt:lpstr>Segoe UI</vt:lpstr>
      <vt:lpstr>Tema de Office</vt:lpstr>
      <vt:lpstr>1_Tema de Office</vt:lpstr>
      <vt:lpstr>Diseño personalizado</vt:lpstr>
      <vt:lpstr>Telecom Pucp</vt:lpstr>
      <vt:lpstr>Presentación de PowerPoint</vt:lpstr>
      <vt:lpstr>Conceptos de la nube</vt:lpstr>
      <vt:lpstr>Modelos en la nube: dominio objetivo</vt:lpstr>
      <vt:lpstr>¿Qué es la informática en la nube?</vt:lpstr>
      <vt:lpstr>Nube pública</vt:lpstr>
      <vt:lpstr>Nube Privada</vt:lpstr>
      <vt:lpstr>Nube Híbrida</vt:lpstr>
      <vt:lpstr>Comparación de modelos en la nube</vt:lpstr>
      <vt:lpstr>Beneficios de la nube: dominio objetivo</vt:lpstr>
      <vt:lpstr>Comparando CapEx y OpEx</vt:lpstr>
      <vt:lpstr>Modelo basado en el consumo</vt:lpstr>
      <vt:lpstr>Servicios en la nube: dominio objetivo</vt:lpstr>
      <vt:lpstr>Infraestructura como servicio (IaaS)</vt:lpstr>
      <vt:lpstr>Plataforma como servicio (PaaS)</vt:lpstr>
      <vt:lpstr>Software como servicio (SaaS)</vt:lpstr>
      <vt:lpstr>Comparación de servicios en la nube</vt:lpstr>
      <vt:lpstr>Modelo de responsabilidad compartida</vt:lpstr>
      <vt:lpstr>Verificando lo aprendido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Orientada a Objetos &amp; Introducción a Java</dc:title>
  <dc:creator>Brenda Tumbalobos</dc:creator>
  <cp:lastModifiedBy>Brenda Tumbalobos Cubas</cp:lastModifiedBy>
  <cp:revision>22</cp:revision>
  <dcterms:created xsi:type="dcterms:W3CDTF">2023-10-28T21:43:03Z</dcterms:created>
  <dcterms:modified xsi:type="dcterms:W3CDTF">2026-03-30T03:34:47Z</dcterms:modified>
</cp:coreProperties>
</file>