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4" r:id="rId2"/>
    <p:sldMasterId id="2147483660" r:id="rId3"/>
    <p:sldMasterId id="2147483680" r:id="rId4"/>
  </p:sldMasterIdLst>
  <p:notesMasterIdLst>
    <p:notesMasterId r:id="rId23"/>
  </p:notesMasterIdLst>
  <p:handoutMasterIdLst>
    <p:handoutMasterId r:id="rId24"/>
  </p:handoutMasterIdLst>
  <p:sldIdLst>
    <p:sldId id="361" r:id="rId5"/>
    <p:sldId id="362" r:id="rId6"/>
    <p:sldId id="363" r:id="rId7"/>
    <p:sldId id="364" r:id="rId8"/>
    <p:sldId id="365" r:id="rId9"/>
    <p:sldId id="366" r:id="rId10"/>
    <p:sldId id="367" r:id="rId11"/>
    <p:sldId id="368" r:id="rId12"/>
    <p:sldId id="369" r:id="rId13"/>
    <p:sldId id="370" r:id="rId14"/>
    <p:sldId id="371" r:id="rId15"/>
    <p:sldId id="372" r:id="rId16"/>
    <p:sldId id="373" r:id="rId17"/>
    <p:sldId id="374" r:id="rId18"/>
    <p:sldId id="375" r:id="rId19"/>
    <p:sldId id="376" r:id="rId20"/>
    <p:sldId id="377" r:id="rId21"/>
    <p:sldId id="378" r:id="rId2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FADC"/>
    <a:srgbClr val="7E32C8"/>
    <a:srgbClr val="0A2451"/>
    <a:srgbClr val="7F32C8"/>
    <a:srgbClr val="0096C8"/>
    <a:srgbClr val="009A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91" autoAdjust="0"/>
    <p:restoredTop sz="93792" autoAdjust="0"/>
  </p:normalViewPr>
  <p:slideViewPr>
    <p:cSldViewPr snapToGrid="0" snapToObjects="1">
      <p:cViewPr varScale="1">
        <p:scale>
          <a:sx n="107" d="100"/>
          <a:sy n="107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DF0BF7D0-ACCD-45E0-9075-7974351BA6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3B6A517-4C1F-40CC-B607-62B10860738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40BD7-4B38-4A99-A6E7-5E1A97DAF11B}" type="datetimeFigureOut">
              <a:rPr lang="es-PE" smtClean="0"/>
              <a:t>4/05/2026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DE1014B-0959-4D3A-8DC3-99369C9107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A5F80A8-C49B-4372-B96A-23231D58BE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3D7DB4-D5A9-475B-BF72-4B93DC046C5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26361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2EFC3-66C1-4423-B1B2-E7C9DCCB5C75}" type="datetimeFigureOut">
              <a:rPr lang="es-PE" smtClean="0"/>
              <a:t>4/05/2026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575E41-3A85-45FC-A38E-3ABB827C81B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5376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9D2A5-97BD-8444-B300-CB3EF776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95BA6D-368F-2A4C-86C6-7C5248238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BBDFEDA-4707-4FCF-B728-8770DE811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1C491-E0CA-4324-AB99-27795370E731}" type="datetime6">
              <a:rPr lang="es-PE" smtClean="0"/>
              <a:t>Mayo de 2026</a:t>
            </a:fld>
            <a:endParaRPr lang="es-PE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FEC6C11-5534-41C2-AE3F-23A2E42B2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  <a:endParaRPr lang="es-PE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596F09D-DC31-489D-B4ED-C366F8894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69103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98E25-E046-416A-8AD2-E2EA35E0D47B}" type="datetime6">
              <a:rPr lang="es-PE" smtClean="0"/>
              <a:t>Mayo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EB1898-D756-124E-BD1B-9A75D225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28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F8130-A112-4F15-AFC2-368CC75448B6}" type="datetime6">
              <a:rPr lang="es-PE" smtClean="0"/>
              <a:t>Mayo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EB1898-D756-124E-BD1B-9A75D225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996BDD-8036-732D-98BA-0F2E37352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0875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79D8E-AB04-8E45-9319-348AC3CB4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DBA0DE-A445-C046-811D-A0A00D5D9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20B3-8E4D-AF4A-B2D9-03D2C476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9A28C-F211-4BC4-A82C-550C2815AB6D}" type="datetime6">
              <a:rPr lang="es-PE" smtClean="0"/>
              <a:t>Mayo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B548EA-F76C-FF4F-8B46-8E2BF137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7A3063-101A-4748-9BF4-BDCEAD74E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81654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59745-E305-7640-B460-DDD95C890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B0667-94AD-7042-9167-6A1B455E6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67D8BB-0B6A-2240-A623-F66BAB2A5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8EE1D5-EF01-AC4E-AA18-52153E6F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1ED01-9170-4915-AD68-3CC34DFA2DBD}" type="datetime6">
              <a:rPr lang="es-PE" smtClean="0"/>
              <a:t>Mayo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359DB5-DA05-4B4B-BD9E-D3BDC005A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  <a:endParaRPr lang="es-PE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8F1C9D-46B9-3A4E-AB57-99CFCB4F8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5061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CC2AA-33EE-AB44-B80C-3D1773A3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B08598-2ACB-2B45-9E0E-D98A56EE5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B67032-A5C9-324F-A584-06E700EE0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4544B5-4120-574B-B4E0-401F5F83C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4BB40B-E345-D441-8AFF-88629E4AA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C541E4-0910-6C4F-BD18-90C1769A8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0DE35-9A49-4AAC-8B2C-BA4A347498EB}" type="datetime6">
              <a:rPr lang="es-PE" smtClean="0"/>
              <a:t>Mayo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F8149B-1A8E-3A44-9444-BDD313C7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C83630D-DB33-894E-A6FB-7C886A314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31018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CB7F1-07EB-464F-AC5E-D3E6B18B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D70BCF-77E2-F94E-848B-F5F2FE15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71899D-560A-7148-BA0D-597063A7B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43E003-7994-0246-9291-9317E341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BB3AF-5458-4635-87B4-F9A9B12C5458}" type="datetime6">
              <a:rPr lang="es-PE" smtClean="0"/>
              <a:t>Mayo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AA6F9B-E2F3-2A4E-98F0-37C47639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40BCAD-F69B-D846-B7D1-F816049E4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11520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35587-6FE6-EA45-9836-90381FE2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751ABA-EF72-4841-94BA-E12B7647E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7D36B7-A3A2-304B-9C5E-E94151CF5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3CB4C2-2F2B-A841-B84D-E620C8AA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4354-6BA5-49FF-BF43-87C4B22E98B4}" type="datetime6">
              <a:rPr lang="es-PE" smtClean="0"/>
              <a:t>Mayo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9CDFF5-81F8-2740-AEB1-0FB32A90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665C2B-C547-9D48-897C-C27108ED3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56347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87A71-69DB-854D-AF4D-5695ABE4D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FD9AA9-791D-D640-AF5D-87DF3914D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A8E4A-2B4B-7A44-8E86-46F69B8D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70608-F1FB-45F6-860F-922B6EF37ED4}" type="datetime6">
              <a:rPr lang="es-PE" smtClean="0"/>
              <a:t>Mayo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B04C96-1676-754C-9A8B-159B005B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9B5093-2547-5848-96C5-63FA5D8AC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19299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A8B670-B2A5-5048-888C-B345BD663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FF0EDD-FEAB-C845-87C0-40EC9D572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253251-F540-0244-AF80-037E0E2F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078BD-AB8A-4345-9035-53D22F2B3257}" type="datetime6">
              <a:rPr lang="es-PE" smtClean="0"/>
              <a:t>Mayo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1A4D8-F0DD-F843-9B64-8E56FBB9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95E045-43DC-F64F-8427-01C4927DE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3938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DBA0DE-A445-C046-811D-A0A00D5D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8617"/>
            <a:ext cx="10515600" cy="330490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20B3-8E4D-AF4A-B2D9-03D2C476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1771-42A4-45B0-9E2A-31E6848B072B}" type="datetime6">
              <a:rPr lang="es-PE" smtClean="0"/>
              <a:t>Mayo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B548EA-F76C-FF4F-8B46-8E2BF137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título 1">
            <a:extLst>
              <a:ext uri="{FF2B5EF4-FFF2-40B4-BE49-F238E27FC236}">
                <a16:creationId xmlns:a16="http://schemas.microsoft.com/office/drawing/2014/main" id="{A687CBB4-B26D-433C-982F-3DCCCFE5C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8824"/>
            <a:ext cx="10515600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D43F6072-5465-F57A-EF21-56204254D9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42845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5F0A72E7-2671-47A4-AF35-66459EA16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0D25D-3002-4A58-8B13-21BD8EE61204}" type="datetime6">
              <a:rPr lang="es-PE" smtClean="0"/>
              <a:t>Mayo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86C3314-7415-4B69-9C72-28C2155C4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07477A4A-ECCB-8B69-A47C-30FB4783A4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555170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1DECC-10B9-4F40-90A9-2F5BE622FB80}" type="datetime6">
              <a:rPr lang="es-PE" smtClean="0"/>
              <a:t>Mayo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3278E2-83A6-F38B-4712-926F3DB9B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5A0FF8-286D-9381-1F09-B452629821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561495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9D2A5-97BD-8444-B300-CB3EF776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95BA6D-368F-2A4C-86C6-7C5248238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0" name="Marcador de fecha 9">
            <a:extLst>
              <a:ext uri="{FF2B5EF4-FFF2-40B4-BE49-F238E27FC236}">
                <a16:creationId xmlns:a16="http://schemas.microsoft.com/office/drawing/2014/main" id="{F008D962-BEC4-402A-A407-79C9AD9F2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C0233-ABB9-4EC0-9B00-FB2CD5E81D0A}" type="datetime6">
              <a:rPr lang="es-PE" smtClean="0"/>
              <a:t>Mayo de 2026</a:t>
            </a:fld>
            <a:endParaRPr lang="es-PE"/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3750F3DD-81E0-4125-8E5B-E0A1E3048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9B72A45B-A8B6-53D1-D299-D8D234C35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330049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59745-E305-7640-B460-DDD95C890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0424"/>
            <a:ext cx="10515600" cy="779463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B0667-94AD-7042-9167-6A1B455E6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67D8BB-0B6A-2240-A623-F66BAB2A5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8EE1D5-EF01-AC4E-AA18-52153E6F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32517-B618-4C30-966E-4CE57A9A4AD9}" type="datetime6">
              <a:rPr lang="es-PE" smtClean="0"/>
              <a:t>Mayo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359DB5-DA05-4B4B-BD9E-D3BDC005A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975A041E-5422-B9D8-43AC-BC8E8410A5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55190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CC2AA-33EE-AB44-B80C-3D1773A3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B08598-2ACB-2B45-9E0E-D98A56EE5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B67032-A5C9-324F-A584-06E700EE0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4544B5-4120-574B-B4E0-401F5F83C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4BB40B-E345-D441-8AFF-88629E4AA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C541E4-0910-6C4F-BD18-90C1769A8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6572F-C44F-4ECE-A2FB-0C63931A9A8E}" type="datetime6">
              <a:rPr lang="es-PE" smtClean="0"/>
              <a:t>Mayo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F8149B-1A8E-3A44-9444-BDD313C7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024E81AF-5ACD-3527-83DB-C9AD4CA08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080790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CB7F1-07EB-464F-AC5E-D3E6B18B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D70BCF-77E2-F94E-848B-F5F2FE15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71899D-560A-7148-BA0D-597063A7B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43E003-7994-0246-9291-9317E341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5C4A-DDA2-4FA4-84CD-631E9785E0C4}" type="datetime6">
              <a:rPr lang="es-PE" smtClean="0"/>
              <a:t>Mayo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AA6F9B-E2F3-2A4E-98F0-37C47639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59D5B90D-729B-0333-8733-D407F44413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487264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35587-6FE6-EA45-9836-90381FE2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751ABA-EF72-4841-94BA-E12B7647E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7D36B7-A3A2-304B-9C5E-E94151CF5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3CB4C2-2F2B-A841-B84D-E620C8AA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76157-6C99-4927-8D4B-5792D6D36C68}" type="datetime6">
              <a:rPr lang="es-PE" smtClean="0"/>
              <a:t>Mayo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9CDFF5-81F8-2740-AEB1-0FB32A90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C8F8A8AE-3D1C-5104-BD49-852FD075A3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189536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87A71-69DB-854D-AF4D-5695ABE4D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1711"/>
            <a:ext cx="10515600" cy="779463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FD9AA9-791D-D640-AF5D-87DF3914D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108197"/>
            <a:ext cx="10515600" cy="406876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A8E4A-2B4B-7A44-8E86-46F69B8D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CE1B8-50E8-41AE-B289-DDEF242637E2}" type="datetime6">
              <a:rPr lang="es-PE" smtClean="0"/>
              <a:t>Mayo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B04C96-1676-754C-9A8B-159B005B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E4FC7515-E45E-EA9E-AB33-84FFF36BD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224937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A8B670-B2A5-5048-888C-B345BD663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FF0EDD-FEAB-C845-87C0-40EC9D572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253251-F540-0244-AF80-037E0E2F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82286-761A-4DF9-BC80-ED7ACDE5A868}" type="datetime6">
              <a:rPr lang="es-PE" smtClean="0"/>
              <a:t>Mayo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1A4D8-F0DD-F843-9B64-8E56FBB9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9245C2B-EA67-6FB3-B251-E41C031854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244694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E40041-0AC9-F54A-8CD6-2C6E25C0043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28900" y="2314574"/>
            <a:ext cx="7181850" cy="2224781"/>
          </a:xfrm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Título de clase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940FCB-6F03-EA41-B8CA-B38BB6401CE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810750" y="4539355"/>
            <a:ext cx="2131452" cy="65177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2023</a:t>
            </a:r>
            <a:endParaRPr lang="es-PE" dirty="0"/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409037FA-8AD4-46E6-D14A-A0B5918A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8900" y="326688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sz="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CC77DF-7156-87EC-5584-40C3F62861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4057" y="6089066"/>
            <a:ext cx="4100513" cy="440147"/>
          </a:xfrm>
        </p:spPr>
        <p:txBody>
          <a:bodyPr/>
          <a:lstStyle>
            <a:lvl1pPr marL="0" indent="0">
              <a:buClr>
                <a:schemeClr val="accent6"/>
              </a:buClr>
              <a:buNone/>
              <a:defRPr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Profesor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810030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893" y="4999970"/>
            <a:ext cx="3339907" cy="717550"/>
          </a:xfrm>
        </p:spPr>
        <p:txBody>
          <a:bodyPr>
            <a:no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Título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333C54-732D-4A5F-8493-6279F2718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2993" y="1285875"/>
            <a:ext cx="6851456" cy="4072870"/>
          </a:xfrm>
        </p:spPr>
        <p:txBody>
          <a:bodyPr/>
          <a:lstStyle>
            <a:lvl1pPr marL="2286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1pPr>
            <a:lvl2pPr marL="6858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3pPr>
            <a:lvl4pPr marL="1600200" indent="-228600">
              <a:buClr>
                <a:schemeClr val="accent1"/>
              </a:buClr>
              <a:buSzPct val="70000"/>
              <a:buFontTx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>
                <a:schemeClr val="accent1"/>
              </a:buClr>
              <a:buSzPct val="50000"/>
              <a:buFontTx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F12D76C1-E4EF-42D1-88E3-B3E1BE457EF7}" type="datetime6">
              <a:rPr lang="es-PE" smtClean="0"/>
              <a:t>Mayo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701422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936BE4A0-0EF9-4513-98D7-49E1F009126F}" type="datetime6">
              <a:rPr lang="es-PE" smtClean="0"/>
              <a:t>Mayo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722D55-BD67-C2D0-8DB9-2255495858E9}"/>
              </a:ext>
            </a:extLst>
          </p:cNvPr>
          <p:cNvSpPr/>
          <p:nvPr userDrawn="1"/>
        </p:nvSpPr>
        <p:spPr>
          <a:xfrm>
            <a:off x="-1" y="1888177"/>
            <a:ext cx="8737793" cy="2244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49" y="2162175"/>
            <a:ext cx="8067675" cy="1695450"/>
          </a:xfrm>
        </p:spPr>
        <p:txBody>
          <a:bodyPr>
            <a:noAutofit/>
          </a:bodyPr>
          <a:lstStyle>
            <a:lvl1pPr>
              <a:defRPr sz="6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Nueva Sección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505411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CFF21E75-C2F6-4021-B002-DFF0EB1C555C}" type="datetime6">
              <a:rPr lang="es-PE" smtClean="0"/>
              <a:t>Mayo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432324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7B0539C0-0715-4FF5-A23B-AA722BAB028B}" type="datetime6">
              <a:rPr lang="es-PE" smtClean="0"/>
              <a:t>Mayo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4490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redondeado 9">
            <a:extLst>
              <a:ext uri="{FF2B5EF4-FFF2-40B4-BE49-F238E27FC236}">
                <a16:creationId xmlns:a16="http://schemas.microsoft.com/office/drawing/2014/main" id="{24F721D9-3A4E-DA31-4304-76691E23E80D}"/>
              </a:ext>
            </a:extLst>
          </p:cNvPr>
          <p:cNvSpPr/>
          <p:nvPr userDrawn="1"/>
        </p:nvSpPr>
        <p:spPr>
          <a:xfrm>
            <a:off x="838200" y="2024743"/>
            <a:ext cx="9716589" cy="3843644"/>
          </a:xfrm>
          <a:prstGeom prst="roundRect">
            <a:avLst>
              <a:gd name="adj" fmla="val 6011"/>
            </a:avLst>
          </a:prstGeom>
          <a:solidFill>
            <a:srgbClr val="0A2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altLang="es-PE" sz="2000" b="1" dirty="0">
              <a:solidFill>
                <a:schemeClr val="bg1"/>
              </a:solidFill>
              <a:latin typeface="Montserrat" pitchFamily="2" charset="77"/>
            </a:endParaRP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7B0539C0-0715-4FF5-A23B-AA722BAB028B}" type="datetime6">
              <a:rPr lang="es-PE" smtClean="0"/>
              <a:t>Mayo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buClr>
                <a:schemeClr val="accent6"/>
              </a:buClr>
              <a:defRPr sz="2400"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 sz="2200"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527865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D91A-522C-4964-BCF9-313C2CCF5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5525" y="2549525"/>
            <a:ext cx="5162550" cy="1555750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D79D4C0-AA8A-45B0-85A5-1FD89F1DDE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03038" y="2635960"/>
            <a:ext cx="131409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3643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D91A-522C-4964-BCF9-313C2CCF5D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14724" y="663575"/>
            <a:ext cx="7762875" cy="1079500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7647276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trada" type="blank">
  <p:cSld name="entrada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0" y="-17314"/>
            <a:ext cx="12192000" cy="68580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2"/>
          <p:cNvPicPr preferRelativeResize="0"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672059" y="2777043"/>
            <a:ext cx="4686308" cy="138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C63A0B1C-38C6-4A94-BC53-9378BD6F4196}"/>
              </a:ext>
            </a:extLst>
          </p:cNvPr>
          <p:cNvSpPr/>
          <p:nvPr/>
        </p:nvSpPr>
        <p:spPr>
          <a:xfrm>
            <a:off x="604699" y="5047662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709FF01B-D296-4FC4-86C6-18C1AA1F0700}"/>
              </a:ext>
            </a:extLst>
          </p:cNvPr>
          <p:cNvSpPr>
            <a:spLocks noChangeAspect="1"/>
          </p:cNvSpPr>
          <p:nvPr/>
        </p:nvSpPr>
        <p:spPr>
          <a:xfrm>
            <a:off x="2087026" y="5059599"/>
            <a:ext cx="1476000" cy="1475999"/>
          </a:xfrm>
          <a:prstGeom prst="ellipse">
            <a:avLst/>
          </a:prstGeom>
          <a:solidFill>
            <a:srgbClr val="009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iagrama de flujo: retraso 3">
            <a:extLst>
              <a:ext uri="{FF2B5EF4-FFF2-40B4-BE49-F238E27FC236}">
                <a16:creationId xmlns:a16="http://schemas.microsoft.com/office/drawing/2014/main" id="{F33AB0F3-5E83-4F73-B1B3-E7FFB7FAC1CF}"/>
              </a:ext>
            </a:extLst>
          </p:cNvPr>
          <p:cNvSpPr>
            <a:spLocks/>
          </p:cNvSpPr>
          <p:nvPr/>
        </p:nvSpPr>
        <p:spPr>
          <a:xfrm>
            <a:off x="604699" y="3568509"/>
            <a:ext cx="1476000" cy="1476000"/>
          </a:xfrm>
          <a:prstGeom prst="flowChartDelay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Círculo parcial 4">
            <a:extLst>
              <a:ext uri="{FF2B5EF4-FFF2-40B4-BE49-F238E27FC236}">
                <a16:creationId xmlns:a16="http://schemas.microsoft.com/office/drawing/2014/main" id="{E01F752C-EAF0-4FBF-B895-7C40EAE76E6B}"/>
              </a:ext>
            </a:extLst>
          </p:cNvPr>
          <p:cNvSpPr>
            <a:spLocks noChangeAspect="1"/>
          </p:cNvSpPr>
          <p:nvPr/>
        </p:nvSpPr>
        <p:spPr>
          <a:xfrm>
            <a:off x="2080320" y="3578476"/>
            <a:ext cx="2934000" cy="2934000"/>
          </a:xfrm>
          <a:prstGeom prst="pie">
            <a:avLst>
              <a:gd name="adj1" fmla="val 16194402"/>
              <a:gd name="adj2" fmla="val 695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508BC26-9C42-409E-A296-12A08043B847}"/>
              </a:ext>
            </a:extLst>
          </p:cNvPr>
          <p:cNvSpPr/>
          <p:nvPr/>
        </p:nvSpPr>
        <p:spPr>
          <a:xfrm>
            <a:off x="2072388" y="3577936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írculo parcial 5">
            <a:extLst>
              <a:ext uri="{FF2B5EF4-FFF2-40B4-BE49-F238E27FC236}">
                <a16:creationId xmlns:a16="http://schemas.microsoft.com/office/drawing/2014/main" id="{A6B1ED3D-FC35-4A2C-AEA0-527CA60D93D8}"/>
              </a:ext>
            </a:extLst>
          </p:cNvPr>
          <p:cNvSpPr>
            <a:spLocks noChangeAspect="1"/>
          </p:cNvSpPr>
          <p:nvPr/>
        </p:nvSpPr>
        <p:spPr>
          <a:xfrm rot="10800000">
            <a:off x="-821269" y="574219"/>
            <a:ext cx="2857435" cy="2995143"/>
          </a:xfrm>
          <a:prstGeom prst="pie">
            <a:avLst>
              <a:gd name="adj1" fmla="val 5387486"/>
              <a:gd name="adj2" fmla="val 16200000"/>
            </a:avLst>
          </a:prstGeom>
          <a:solidFill>
            <a:srgbClr val="009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1EFD23FD-AE29-404D-8F53-1FD009AE807B}"/>
              </a:ext>
            </a:extLst>
          </p:cNvPr>
          <p:cNvGrpSpPr/>
          <p:nvPr/>
        </p:nvGrpSpPr>
        <p:grpSpPr>
          <a:xfrm>
            <a:off x="2087136" y="2123409"/>
            <a:ext cx="1448999" cy="1443249"/>
            <a:chOff x="2118675" y="2004020"/>
            <a:chExt cx="1448999" cy="1443249"/>
          </a:xfrm>
        </p:grpSpPr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ECAC50A2-CB41-4C53-93C3-5260E20DE2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7674" y="2004020"/>
              <a:ext cx="720000" cy="720000"/>
            </a:xfrm>
            <a:prstGeom prst="ellipse">
              <a:avLst/>
            </a:prstGeom>
            <a:solidFill>
              <a:srgbClr val="009B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CE6D1487-82A4-4496-B087-91DD796DE7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18675" y="2727269"/>
              <a:ext cx="720000" cy="720000"/>
            </a:xfrm>
            <a:prstGeom prst="ellipse">
              <a:avLst/>
            </a:prstGeom>
            <a:solidFill>
              <a:srgbClr val="009B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C95F40AB-463C-4C6E-915C-5D6DF55A45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7674" y="2727269"/>
              <a:ext cx="720000" cy="72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A7CDF41D-9C35-41E7-8E2B-2AA7C91BEC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18675" y="2004020"/>
              <a:ext cx="720000" cy="72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3FA7743-AFB1-4869-99F7-BBBF6B5081B5}"/>
              </a:ext>
            </a:extLst>
          </p:cNvPr>
          <p:cNvSpPr/>
          <p:nvPr/>
        </p:nvSpPr>
        <p:spPr>
          <a:xfrm>
            <a:off x="3540368" y="5047662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írculo parcial 18">
            <a:extLst>
              <a:ext uri="{FF2B5EF4-FFF2-40B4-BE49-F238E27FC236}">
                <a16:creationId xmlns:a16="http://schemas.microsoft.com/office/drawing/2014/main" id="{9EEB8DCE-7E2B-489A-B839-B10110611D97}"/>
              </a:ext>
            </a:extLst>
          </p:cNvPr>
          <p:cNvSpPr>
            <a:spLocks noChangeAspect="1"/>
          </p:cNvSpPr>
          <p:nvPr/>
        </p:nvSpPr>
        <p:spPr>
          <a:xfrm>
            <a:off x="3552087" y="5048742"/>
            <a:ext cx="2934000" cy="2934000"/>
          </a:xfrm>
          <a:prstGeom prst="pie">
            <a:avLst>
              <a:gd name="adj1" fmla="val 16202562"/>
              <a:gd name="adj2" fmla="val 1644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8309218"/>
      </p:ext>
    </p:extLst>
  </p:cSld>
  <p:clrMapOvr>
    <a:masterClrMapping/>
  </p:clrMapOvr>
  <p:hf hd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Diapositiva de título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853671" y="5579102"/>
            <a:ext cx="4484658" cy="8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  <a:defRPr sz="2400" i="1">
                <a:solidFill>
                  <a:srgbClr val="648585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6006826"/>
      </p:ext>
    </p:extLst>
  </p:cSld>
  <p:clrMapOvr>
    <a:masterClrMapping/>
  </p:clrMapOvr>
  <p:hf hd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userDrawn="1">
  <p:cSld name="Contenido con título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10354982" cy="652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26" name="Google Shape;26;p4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8753475" y="5717000"/>
            <a:ext cx="22666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970058A-F152-4A93-A50A-BC853F5A46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217"/>
          <a:stretch/>
        </p:blipFill>
        <p:spPr>
          <a:xfrm>
            <a:off x="8929708" y="5954450"/>
            <a:ext cx="1856985" cy="464401"/>
          </a:xfrm>
          <a:prstGeom prst="rect">
            <a:avLst/>
          </a:prstGeom>
        </p:spPr>
      </p:pic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31" name="Google Shape;31;p4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Gestión de Servicios TICS</a:t>
            </a: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2396329-D7D9-4B93-942B-A183A1B92B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4783"/>
          <a:stretch/>
        </p:blipFill>
        <p:spPr>
          <a:xfrm>
            <a:off x="7975126" y="5954450"/>
            <a:ext cx="626177" cy="464401"/>
          </a:xfrm>
          <a:prstGeom prst="rect">
            <a:avLst/>
          </a:prstGeom>
        </p:spPr>
      </p:pic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71E7AE59-76C8-D232-4F67-FFB7514DB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788" y="1347159"/>
            <a:ext cx="10356570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36130719"/>
      </p:ext>
    </p:extLst>
  </p:cSld>
  <p:clrMapOvr>
    <a:masterClrMapping/>
  </p:clrMapOvr>
  <p:hf hd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Dos objeto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33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33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5" name="Google Shape;45;p6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50" name="Google Shape;50;p6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46402926"/>
      </p:ext>
    </p:extLst>
  </p:cSld>
  <p:clrMapOvr>
    <a:masterClrMapping/>
  </p:clrMapOvr>
  <p:hf hdr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Imagen con título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53" name="Google Shape;53;p7"/>
          <p:cNvSpPr>
            <a:spLocks noGrp="1"/>
          </p:cNvSpPr>
          <p:nvPr>
            <p:ph type="pic" idx="2"/>
          </p:nvPr>
        </p:nvSpPr>
        <p:spPr>
          <a:xfrm>
            <a:off x="5183200" y="987425"/>
            <a:ext cx="6172200" cy="32043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7"/>
          <p:cNvSpPr txBox="1">
            <a:spLocks noGrp="1"/>
          </p:cNvSpPr>
          <p:nvPr>
            <p:ph type="body" idx="1"/>
          </p:nvPr>
        </p:nvSpPr>
        <p:spPr>
          <a:xfrm>
            <a:off x="839800" y="2057400"/>
            <a:ext cx="3932100" cy="23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5" name="Google Shape;55;p7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0" name="Google Shape;60;p7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31706817"/>
      </p:ext>
    </p:extLst>
  </p:cSld>
  <p:clrMapOvr>
    <a:masterClrMapping/>
  </p:clrMapOvr>
  <p:hf hdr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Título y texto vertical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 rot="5400000">
            <a:off x="4161556" y="-1497730"/>
            <a:ext cx="386888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4" name="Google Shape;64;p8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8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6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9" name="Google Shape;69;p8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6366352"/>
      </p:ext>
    </p:extLst>
  </p:cSld>
  <p:clrMapOvr>
    <a:masterClrMapping/>
  </p:clrMapOvr>
  <p:hf hdr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Título vertical y texto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 rot="5400000">
            <a:off x="7363614" y="1726412"/>
            <a:ext cx="5351473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body" idx="1"/>
          </p:nvPr>
        </p:nvSpPr>
        <p:spPr>
          <a:xfrm rot="5400000">
            <a:off x="2029614" y="-826288"/>
            <a:ext cx="5351473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3" name="Google Shape;73;p9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9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9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78" name="Google Shape;78;p9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22317807"/>
      </p:ext>
    </p:extLst>
  </p:cSld>
  <p:clrMapOvr>
    <a:masterClrMapping/>
  </p:clrMapOvr>
  <p:hf hdr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 type="obj">
  <p:cSld name="Título y objetos 1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2" name="Google Shape;8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C8C20A4-1372-4EF1-AE37-02318244F0B2}" type="datetime6">
              <a:rPr lang="es-PE" smtClean="0"/>
              <a:t>Mayo de 2026</a:t>
            </a:fld>
            <a:endParaRPr lang="es-PE" dirty="0"/>
          </a:p>
        </p:txBody>
      </p:sp>
      <p:sp>
        <p:nvSpPr>
          <p:cNvPr id="83" name="Google Shape;8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84" name="Google Shape;8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00070920"/>
      </p:ext>
    </p:extLst>
  </p:cSld>
  <p:clrMapOvr>
    <a:masterClrMapping/>
  </p:clrMapOvr>
  <p:hf hdr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Comparación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8" name="Google Shape;88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1" name="Google Shape;9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C8C20A4-1372-4EF1-AE37-02318244F0B2}" type="datetime6">
              <a:rPr lang="es-PE" smtClean="0"/>
              <a:t>Mayo de 2026</a:t>
            </a:fld>
            <a:endParaRPr lang="es-PE" dirty="0"/>
          </a:p>
        </p:txBody>
      </p:sp>
      <p:sp>
        <p:nvSpPr>
          <p:cNvPr id="92" name="Google Shape;9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93" name="Google Shape;9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83148971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24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AE6F4FD-2238-AD4E-867E-E58E2DFA1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5212"/>
            <a:ext cx="9716589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0C6D7E-5BBC-B741-BB4C-3A3ED127A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24743"/>
            <a:ext cx="9716589" cy="3843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1EBB91-5D92-434A-AE73-A48940F06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22262"/>
            <a:ext cx="1638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616E3388-8A49-4C51-A106-E2F4CF3977CF}" type="datetime6">
              <a:rPr lang="es-PE" smtClean="0"/>
              <a:t>Mayo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B46DE3-1218-D14C-BF4E-2E2BD84DB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6428" y="32226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74F71EA6-14AA-5205-13FE-35911ED08C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17102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4" r:id="rId2"/>
    <p:sldLayoutId id="2147483674" r:id="rId3"/>
    <p:sldLayoutId id="2147483650" r:id="rId4"/>
    <p:sldLayoutId id="2147483652" r:id="rId5"/>
    <p:sldLayoutId id="2147483653" r:id="rId6"/>
    <p:sldLayoutId id="2147483656" r:id="rId7"/>
    <p:sldLayoutId id="2147483657" r:id="rId8"/>
    <p:sldLayoutId id="2147483658" r:id="rId9"/>
    <p:sldLayoutId id="2147483659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1EBB91-5D92-434A-AE73-A48940F06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24230"/>
            <a:ext cx="16192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0C9694A8-123C-4838-A10C-DF4D75E09A89}" type="datetime6">
              <a:rPr lang="es-PE" smtClean="0"/>
              <a:t>Mayo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B46DE3-1218-D14C-BF4E-2E2BD84DB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3680" y="32331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10" name="Marcador de título 1">
            <a:extLst>
              <a:ext uri="{FF2B5EF4-FFF2-40B4-BE49-F238E27FC236}">
                <a16:creationId xmlns:a16="http://schemas.microsoft.com/office/drawing/2014/main" id="{144F2274-D960-4C0B-9748-88EE3F0DB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82069"/>
            <a:ext cx="10343606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9D6FEB95-3036-417E-9C50-CD57ED01F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24744"/>
            <a:ext cx="10343606" cy="3291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1DCF4E30-8222-0A8A-8EB6-ACF70BC0F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7794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75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3B067A9-18EE-41F0-B696-9386E1AF8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5029"/>
            <a:ext cx="10515600" cy="6456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67C12A-CBBE-4AB2-8C8A-B75DDE302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86189"/>
            <a:ext cx="10515600" cy="32912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C6ED39-B0EA-42B3-A3C3-7CA769E5EA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14064"/>
            <a:ext cx="1524000" cy="3829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0C8C20A4-1372-4EF1-AE37-02318244F0B2}" type="datetime6">
              <a:rPr lang="es-PE" smtClean="0"/>
              <a:t>Mayo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E1549C-7307-410E-AA79-42C4BDD3FD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2993" y="32298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63B87C3E-7B33-EE8E-E722-04A7DDD4F5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91725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77" r:id="rId4"/>
    <p:sldLayoutId id="2147483676" r:id="rId5"/>
    <p:sldLayoutId id="2147483678" r:id="rId6"/>
    <p:sldLayoutId id="2147483661" r:id="rId7"/>
    <p:sldLayoutId id="2147483679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3868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2" name="Google Shape;12;p1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6070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8699040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ocker.com/desktop/windows/install/" TargetMode="External"/><Relationship Id="rId2" Type="http://schemas.openxmlformats.org/officeDocument/2006/relationships/hyperlink" Target="https://www.docker.com/products/docker-desktop/" TargetMode="External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11.png"/><Relationship Id="rId4" Type="http://schemas.openxmlformats.org/officeDocument/2006/relationships/hyperlink" Target="https://docs.docker.com/desktop/mac/install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docs.microsoft.com/es-mx/windows/wsl/install-manual#step-4---download-the-linux-kernel-update-package" TargetMode="External"/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docs.microsoft.com/en-us/windows/wsl/install-manual#step-4---download-the-linux-kernel-update-package" TargetMode="External"/><Relationship Id="rId1" Type="http://schemas.openxmlformats.org/officeDocument/2006/relationships/slideLayout" Target="../slideLayouts/slideLayout3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5206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564EFF-A3A5-B48C-79CB-C3C0CCB420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/>
              <a:t>Instalación de Docker Desktop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E44AD34-8951-6955-4681-5349B08B92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PE" dirty="0"/>
              <a:t>Gestión de Servicios TICS</a:t>
            </a:r>
          </a:p>
        </p:txBody>
      </p:sp>
    </p:spTree>
    <p:extLst>
      <p:ext uri="{BB962C8B-B14F-4D97-AF65-F5344CB8AC3E}">
        <p14:creationId xmlns:p14="http://schemas.microsoft.com/office/powerpoint/2010/main" val="1302677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034CFB-EDB8-D0BE-6E9E-38EEF05FF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>
                <a:solidFill>
                  <a:schemeClr val="bg2"/>
                </a:solidFill>
              </a:rPr>
              <a:t>Docker Desktop</a:t>
            </a:r>
            <a:endParaRPr lang="es-PE" dirty="0">
              <a:solidFill>
                <a:schemeClr val="bg2"/>
              </a:solidFill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1C73B29-7451-2314-F125-E990BE2C50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4EC578A-2699-3BE9-1B45-ADE24909A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dirty="0"/>
              <a:t>Para la instalación de Docker Desktop, primero debe bajar el cliente según su S.O:</a:t>
            </a:r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s-ES" u="sng" dirty="0">
                <a:solidFill>
                  <a:schemeClr val="hlink"/>
                </a:solidFill>
                <a:hlinkClick r:id="rId2"/>
              </a:rPr>
              <a:t>https://www.docker.com/products/docker-desktop/</a:t>
            </a:r>
            <a:endParaRPr lang="es-ES" dirty="0"/>
          </a:p>
          <a:p>
            <a:pPr lvl="2" indent="-317500">
              <a:spcBef>
                <a:spcPts val="0"/>
              </a:spcBef>
              <a:buSzPts val="1400"/>
              <a:buChar char="■"/>
            </a:pPr>
            <a:r>
              <a:rPr lang="es-ES" dirty="0"/>
              <a:t>Si desea guías especializadas:</a:t>
            </a:r>
          </a:p>
          <a:p>
            <a:pPr lvl="3" indent="-317500">
              <a:spcBef>
                <a:spcPts val="0"/>
              </a:spcBef>
              <a:buSzPts val="1400"/>
              <a:buChar char="●"/>
            </a:pPr>
            <a:r>
              <a:rPr lang="es-ES" dirty="0"/>
              <a:t>Windows: </a:t>
            </a:r>
            <a:r>
              <a:rPr lang="es-ES" u="sng" dirty="0">
                <a:solidFill>
                  <a:schemeClr val="hlink"/>
                </a:solidFill>
                <a:hlinkClick r:id="rId3"/>
              </a:rPr>
              <a:t>https://docs.docker.com/desktop/windows/install/</a:t>
            </a:r>
            <a:endParaRPr lang="es-ES" dirty="0"/>
          </a:p>
          <a:p>
            <a:pPr lvl="3" indent="-317500">
              <a:spcBef>
                <a:spcPts val="0"/>
              </a:spcBef>
              <a:buSzPts val="1400"/>
              <a:buChar char="●"/>
            </a:pPr>
            <a:r>
              <a:rPr lang="es-ES" dirty="0"/>
              <a:t>MacOS: </a:t>
            </a:r>
            <a:r>
              <a:rPr lang="es-ES" u="sng" dirty="0">
                <a:solidFill>
                  <a:schemeClr val="hlink"/>
                </a:solidFill>
                <a:hlinkClick r:id="rId4"/>
              </a:rPr>
              <a:t>https://docs.docker.com/desktop/mac/install/</a:t>
            </a:r>
            <a:endParaRPr lang="es-ES" dirty="0"/>
          </a:p>
          <a:p>
            <a:endParaRPr lang="es-PE" dirty="0"/>
          </a:p>
        </p:txBody>
      </p:sp>
      <p:pic>
        <p:nvPicPr>
          <p:cNvPr id="5" name="Google Shape;78;p14">
            <a:extLst>
              <a:ext uri="{FF2B5EF4-FFF2-40B4-BE49-F238E27FC236}">
                <a16:creationId xmlns:a16="http://schemas.microsoft.com/office/drawing/2014/main" id="{A26DD74E-B13E-AF86-5C54-0842B60D1E1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b="14244"/>
          <a:stretch/>
        </p:blipFill>
        <p:spPr>
          <a:xfrm>
            <a:off x="3119718" y="3257134"/>
            <a:ext cx="5331205" cy="22537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09990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77527-A5D3-9484-A377-FA119006F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5E107B-01C0-C1B7-7A18-F422F9545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Docker Desktop para Windows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D13ECA2-380E-CCF3-3B80-7F2867927AD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4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8AF3DB8-E6B1-0EA1-52DA-5D64AF83E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2000" dirty="0"/>
              <a:t>Si tiene Windows 10 Pro, el instalador debe ejecutarse sin problemas. Vaya a la diapositiva 12 luego de reiniciar su PC.</a:t>
            </a:r>
          </a:p>
          <a:p>
            <a:pPr lvl="0" indent="-342900">
              <a:buSzPts val="1800"/>
              <a:buChar char="●"/>
            </a:pPr>
            <a:r>
              <a:rPr lang="es-ES" sz="2000" dirty="0"/>
              <a:t>Si tiene </a:t>
            </a:r>
            <a:r>
              <a:rPr lang="es-ES" sz="2000" dirty="0" err="1"/>
              <a:t>windows</a:t>
            </a:r>
            <a:r>
              <a:rPr lang="es-ES" sz="2000" dirty="0"/>
              <a:t> 10/11 Home (como la mayoría de laptops/PC), debe seguir los siguientes pasos:</a:t>
            </a:r>
          </a:p>
          <a:p>
            <a:pPr lvl="1" indent="-317500">
              <a:spcBef>
                <a:spcPts val="0"/>
              </a:spcBef>
              <a:buSzPts val="1400"/>
              <a:buAutoNum type="alphaLcPeriod"/>
            </a:pPr>
            <a:r>
              <a:rPr lang="es-ES" sz="2000" dirty="0"/>
              <a:t>Ir a Microsoft Store de su pc</a:t>
            </a:r>
          </a:p>
          <a:p>
            <a:endParaRPr lang="es-PE" dirty="0"/>
          </a:p>
        </p:txBody>
      </p:sp>
      <p:grpSp>
        <p:nvGrpSpPr>
          <p:cNvPr id="5" name="Google Shape;86;p15">
            <a:extLst>
              <a:ext uri="{FF2B5EF4-FFF2-40B4-BE49-F238E27FC236}">
                <a16:creationId xmlns:a16="http://schemas.microsoft.com/office/drawing/2014/main" id="{422C91B9-06DF-F778-DE30-B49027039801}"/>
              </a:ext>
            </a:extLst>
          </p:cNvPr>
          <p:cNvGrpSpPr/>
          <p:nvPr/>
        </p:nvGrpSpPr>
        <p:grpSpPr>
          <a:xfrm>
            <a:off x="4137501" y="3019575"/>
            <a:ext cx="3599563" cy="2655346"/>
            <a:chOff x="311700" y="2124375"/>
            <a:chExt cx="4898550" cy="3782599"/>
          </a:xfrm>
        </p:grpSpPr>
        <p:pic>
          <p:nvPicPr>
            <p:cNvPr id="6" name="Google Shape;87;p15">
              <a:extLst>
                <a:ext uri="{FF2B5EF4-FFF2-40B4-BE49-F238E27FC236}">
                  <a16:creationId xmlns:a16="http://schemas.microsoft.com/office/drawing/2014/main" id="{0C3D023C-C461-4EF3-F38C-0904F62983EC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t="70508" r="55229"/>
            <a:stretch/>
          </p:blipFill>
          <p:spPr>
            <a:xfrm>
              <a:off x="311700" y="3884425"/>
              <a:ext cx="2193075" cy="20225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88;p15">
              <a:extLst>
                <a:ext uri="{FF2B5EF4-FFF2-40B4-BE49-F238E27FC236}">
                  <a16:creationId xmlns:a16="http://schemas.microsoft.com/office/drawing/2014/main" id="{76069685-8A31-1529-7457-D511FF1B7AA2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b="74336"/>
            <a:stretch/>
          </p:blipFill>
          <p:spPr>
            <a:xfrm>
              <a:off x="311700" y="2124375"/>
              <a:ext cx="4898550" cy="1760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89;p15">
              <a:extLst>
                <a:ext uri="{FF2B5EF4-FFF2-40B4-BE49-F238E27FC236}">
                  <a16:creationId xmlns:a16="http://schemas.microsoft.com/office/drawing/2014/main" id="{E9C74655-38CF-3CBA-37B1-34DF93FE6EDA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44939" t="70506" b="5860"/>
            <a:stretch/>
          </p:blipFill>
          <p:spPr>
            <a:xfrm>
              <a:off x="2504775" y="3884425"/>
              <a:ext cx="2697125" cy="1620726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339165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745E5-3DBB-084E-27A6-CFD4D1136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BA92F-FAF4-EAD9-1F9B-D7E69A9CF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Docker Desktop para </a:t>
            </a:r>
            <a:r>
              <a:rPr lang="es-ES" dirty="0" err="1"/>
              <a:t>windows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CA5C558-F232-638B-8FC1-16BA0C1D1B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5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D1DD7D-0494-96BF-88CD-84FCF6942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5600" lvl="1" indent="-342900">
              <a:spcBef>
                <a:spcPts val="0"/>
              </a:spcBef>
              <a:buSzPts val="1400"/>
            </a:pPr>
            <a:r>
              <a:rPr lang="es-ES" sz="1800" dirty="0"/>
              <a:t>En la barra de búsqueda ingrese “</a:t>
            </a:r>
            <a:r>
              <a:rPr lang="es-ES" sz="1800" b="1" dirty="0"/>
              <a:t>Ubuntu 24.04</a:t>
            </a:r>
            <a:r>
              <a:rPr lang="es-ES" sz="1800" dirty="0"/>
              <a:t>” y selecciónelo.</a:t>
            </a:r>
          </a:p>
          <a:p>
            <a:pPr marL="355600" indent="-342900">
              <a:spcBef>
                <a:spcPts val="1600"/>
              </a:spcBef>
            </a:pPr>
            <a:endParaRPr lang="es-ES" sz="1800" dirty="0"/>
          </a:p>
          <a:p>
            <a:pPr marL="355600" indent="-342900">
              <a:spcBef>
                <a:spcPts val="1600"/>
              </a:spcBef>
            </a:pPr>
            <a:endParaRPr lang="es-ES" sz="2000" dirty="0"/>
          </a:p>
          <a:p>
            <a:pPr marL="355600" lvl="1" indent="-342900">
              <a:spcBef>
                <a:spcPts val="1600"/>
              </a:spcBef>
              <a:buSzPts val="1400"/>
            </a:pPr>
            <a:r>
              <a:rPr lang="es-ES" sz="1800" dirty="0"/>
              <a:t>Coloque “</a:t>
            </a:r>
            <a:r>
              <a:rPr lang="es-ES" sz="1800" b="1" dirty="0"/>
              <a:t>obtener</a:t>
            </a:r>
            <a:r>
              <a:rPr lang="es-ES" sz="1800" dirty="0"/>
              <a:t>” y espere que termine de descargar</a:t>
            </a:r>
          </a:p>
          <a:p>
            <a:endParaRPr lang="es-PE" dirty="0"/>
          </a:p>
        </p:txBody>
      </p:sp>
      <p:pic>
        <p:nvPicPr>
          <p:cNvPr id="5" name="Google Shape;97;p16">
            <a:extLst>
              <a:ext uri="{FF2B5EF4-FFF2-40B4-BE49-F238E27FC236}">
                <a16:creationId xmlns:a16="http://schemas.microsoft.com/office/drawing/2014/main" id="{46294D41-1575-5E7E-7948-6917ED27DDB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66937" y="1738913"/>
            <a:ext cx="7461157" cy="90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98;p16">
            <a:extLst>
              <a:ext uri="{FF2B5EF4-FFF2-40B4-BE49-F238E27FC236}">
                <a16:creationId xmlns:a16="http://schemas.microsoft.com/office/drawing/2014/main" id="{2136F762-4585-71B9-99F0-57625DEB777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6116" y="3139270"/>
            <a:ext cx="5342326" cy="24581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67425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EFBC1-818D-35D7-C4A2-05A88DE8E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815829-5E50-8531-6A99-88FF6D8B8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Docker </a:t>
            </a:r>
            <a:r>
              <a:rPr lang="es-ES" dirty="0" err="1"/>
              <a:t>Dektop</a:t>
            </a:r>
            <a:r>
              <a:rPr lang="es-ES" dirty="0"/>
              <a:t> para </a:t>
            </a:r>
            <a:r>
              <a:rPr lang="es-ES" dirty="0" err="1"/>
              <a:t>windows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15FBBAF-9BA2-B708-9A61-8277FB4EB1D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6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B83B1DD-28B3-C61E-204F-AFC91AE86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Haga clic en “</a:t>
            </a:r>
            <a:r>
              <a:rPr lang="es-ES" b="1" dirty="0"/>
              <a:t>Abrir</a:t>
            </a:r>
            <a:r>
              <a:rPr lang="es-ES" dirty="0"/>
              <a:t>” y vaya a la siguiente diapositiva</a:t>
            </a:r>
          </a:p>
          <a:p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ABF5DF0-A278-D629-97CD-665191977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0774" y="2576393"/>
            <a:ext cx="5973009" cy="170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395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DD308-79A0-8F97-6F69-A3BAA309F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0E4628-DFB3-547E-3FA4-FF81E9FAC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Análisis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A98D66C-9CAD-BD8F-27A4-1A325E4CC9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7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C71A09D-975A-FDCB-09A3-A47241072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600" dirty="0"/>
              <a:t>Si obtuvo un error indicando que necesita una actualización de </a:t>
            </a:r>
            <a:r>
              <a:rPr lang="es-ES" sz="1600" dirty="0" err="1"/>
              <a:t>kernel</a:t>
            </a:r>
            <a:r>
              <a:rPr lang="es-ES" sz="1600" dirty="0"/>
              <a:t> (como la imagen inferior), siga la siguiente diapositiva.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1600" dirty="0"/>
          </a:p>
          <a:p>
            <a:pPr marL="0" lvl="0" indent="0">
              <a:spcBef>
                <a:spcPts val="1600"/>
              </a:spcBef>
              <a:buNone/>
            </a:pPr>
            <a:endParaRPr lang="es-ES" sz="1600" dirty="0"/>
          </a:p>
          <a:p>
            <a:pPr marL="0" lvl="0" indent="0">
              <a:spcBef>
                <a:spcPts val="1600"/>
              </a:spcBef>
              <a:buNone/>
            </a:pPr>
            <a:endParaRPr lang="es-ES" sz="1600" dirty="0"/>
          </a:p>
          <a:p>
            <a:pPr marL="0" lvl="0" indent="0">
              <a:spcBef>
                <a:spcPts val="1600"/>
              </a:spcBef>
              <a:buNone/>
            </a:pPr>
            <a:endParaRPr lang="es-ES" sz="1600" dirty="0"/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1600" dirty="0"/>
              <a:t>Si le pidió </a:t>
            </a:r>
            <a:r>
              <a:rPr lang="es-ES" sz="1600" dirty="0" err="1"/>
              <a:t>password</a:t>
            </a:r>
            <a:r>
              <a:rPr lang="es-ES" sz="1600" dirty="0"/>
              <a:t>, coloque una contraseña y vaya a la diapositiva 9.</a:t>
            </a:r>
          </a:p>
          <a:p>
            <a:endParaRPr lang="es-PE" sz="1600" dirty="0"/>
          </a:p>
        </p:txBody>
      </p:sp>
      <p:pic>
        <p:nvPicPr>
          <p:cNvPr id="5" name="Google Shape;114;p18">
            <a:extLst>
              <a:ext uri="{FF2B5EF4-FFF2-40B4-BE49-F238E27FC236}">
                <a16:creationId xmlns:a16="http://schemas.microsoft.com/office/drawing/2014/main" id="{80886CC3-4E29-35E5-8F66-5FCE02C3177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75506" y="1872986"/>
            <a:ext cx="9144000" cy="1662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15;p18">
            <a:extLst>
              <a:ext uri="{FF2B5EF4-FFF2-40B4-BE49-F238E27FC236}">
                <a16:creationId xmlns:a16="http://schemas.microsoft.com/office/drawing/2014/main" id="{97ED6652-D2CC-244E-D554-D08FCEE0419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80472"/>
          <a:stretch/>
        </p:blipFill>
        <p:spPr>
          <a:xfrm>
            <a:off x="1406491" y="4215047"/>
            <a:ext cx="9144000" cy="12934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21387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40BDB-919E-41B4-39DB-99112E29F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D0D86F-8B02-9929-E50A-79E5D33EB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Instalar paquete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182D372-F500-D727-9B3D-1A7D293226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8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91F5A40-843A-5B15-E88C-D7A1836FE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Descargue el paquete: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1800" u="sng" dirty="0">
                <a:solidFill>
                  <a:schemeClr val="hlink"/>
                </a:solidFill>
                <a:hlinkClick r:id="rId2"/>
              </a:rPr>
              <a:t>https://docs.microsoft.com/es-mx/windows/wsl/install-manual#step-4---download-the-linux-kernel-update-package</a:t>
            </a:r>
            <a:endParaRPr lang="es-ES" sz="1800" dirty="0"/>
          </a:p>
          <a:p>
            <a:pPr marL="0" lvl="0" indent="0">
              <a:spcBef>
                <a:spcPts val="1600"/>
              </a:spcBef>
              <a:buNone/>
            </a:pPr>
            <a:r>
              <a:rPr lang="es-ES" sz="1800" dirty="0"/>
              <a:t>Instálelo.</a:t>
            </a:r>
          </a:p>
          <a:p>
            <a:endParaRPr lang="es-PE" dirty="0"/>
          </a:p>
        </p:txBody>
      </p:sp>
      <p:pic>
        <p:nvPicPr>
          <p:cNvPr id="5" name="Google Shape;123;p19">
            <a:extLst>
              <a:ext uri="{FF2B5EF4-FFF2-40B4-BE49-F238E27FC236}">
                <a16:creationId xmlns:a16="http://schemas.microsoft.com/office/drawing/2014/main" id="{1E00C3F7-E7E8-D50E-F8EF-26760488EE7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3277" y="2218635"/>
            <a:ext cx="4125445" cy="32922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67695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A1572-35A0-53C8-735C-3259E4A4D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D52950-FDCC-0811-52F6-957975810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Abrir Ubuntu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F62EDBC-2488-7ADE-324E-749F8B2F29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9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3CBF61B-32E7-BACB-13FD-1D7D1F214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Trate de abrir Ubuntu nuevamente. Si le pide definir el </a:t>
            </a:r>
            <a:r>
              <a:rPr lang="es-ES" dirty="0" err="1"/>
              <a:t>password</a:t>
            </a:r>
            <a:r>
              <a:rPr lang="es-ES" dirty="0"/>
              <a:t> entonces continúe a la siguiente diapositiva.</a:t>
            </a:r>
          </a:p>
          <a:p>
            <a:endParaRPr lang="es-PE" dirty="0"/>
          </a:p>
        </p:txBody>
      </p:sp>
      <p:pic>
        <p:nvPicPr>
          <p:cNvPr id="5" name="Google Shape;131;p20">
            <a:extLst>
              <a:ext uri="{FF2B5EF4-FFF2-40B4-BE49-F238E27FC236}">
                <a16:creationId xmlns:a16="http://schemas.microsoft.com/office/drawing/2014/main" id="{EE4E3A21-E6E4-3493-AA13-6685497AB6A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938755" y="2231873"/>
            <a:ext cx="3027492" cy="61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33;p20">
            <a:extLst>
              <a:ext uri="{FF2B5EF4-FFF2-40B4-BE49-F238E27FC236}">
                <a16:creationId xmlns:a16="http://schemas.microsoft.com/office/drawing/2014/main" id="{EE0D4525-905F-931A-D9C4-4D3B13C9AE2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8743" y="3072848"/>
            <a:ext cx="5133975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C7B5DBC-A773-D79A-919E-B3B51977E6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7344" y="2703607"/>
            <a:ext cx="4399343" cy="122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966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F12D8-FE9C-7940-6E30-F42B7874B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5F62CE-D8A7-6AA0-0A32-9EB5186DA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Docker Desktop para Windows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1EBDD5B-5E39-E784-392D-BFF3560ED36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10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4F905FD-FF51-2550-B1D8-8187F3E5B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41338" lvl="1" indent="-342900">
              <a:spcBef>
                <a:spcPts val="0"/>
              </a:spcBef>
              <a:buSzPts val="1400"/>
            </a:pPr>
            <a:r>
              <a:rPr lang="es-ES" sz="2100" dirty="0"/>
              <a:t>Abra </a:t>
            </a:r>
            <a:r>
              <a:rPr lang="es-ES" sz="2100" b="1" dirty="0"/>
              <a:t>Powershell</a:t>
            </a:r>
            <a:r>
              <a:rPr lang="es-ES" sz="2100" dirty="0"/>
              <a:t> como administrador (clic derecho):</a:t>
            </a:r>
          </a:p>
          <a:p>
            <a:pPr marL="541338" indent="-342900">
              <a:spcBef>
                <a:spcPts val="1600"/>
              </a:spcBef>
            </a:pPr>
            <a:endParaRPr lang="es-ES" sz="2100" dirty="0"/>
          </a:p>
          <a:p>
            <a:pPr marL="541338" indent="-342900">
              <a:spcBef>
                <a:spcPts val="1600"/>
              </a:spcBef>
            </a:pPr>
            <a:endParaRPr lang="es-ES" sz="2100" dirty="0"/>
          </a:p>
          <a:p>
            <a:pPr marL="541338" indent="-342900">
              <a:spcBef>
                <a:spcPts val="1600"/>
              </a:spcBef>
            </a:pPr>
            <a:endParaRPr lang="es-ES" sz="3300" dirty="0"/>
          </a:p>
          <a:p>
            <a:pPr marL="541338" indent="-342900">
              <a:spcBef>
                <a:spcPts val="1600"/>
              </a:spcBef>
            </a:pPr>
            <a:endParaRPr lang="es-ES" sz="1100" dirty="0"/>
          </a:p>
          <a:p>
            <a:pPr marL="541338" lvl="1" indent="-342900">
              <a:spcBef>
                <a:spcPts val="1600"/>
              </a:spcBef>
              <a:buSzPts val="1400"/>
            </a:pPr>
            <a:r>
              <a:rPr lang="es-ES" sz="2100" dirty="0"/>
              <a:t>En </a:t>
            </a:r>
            <a:r>
              <a:rPr lang="es-ES" sz="2100" dirty="0" err="1"/>
              <a:t>powershell</a:t>
            </a:r>
            <a:r>
              <a:rPr lang="es-ES" sz="2100" dirty="0"/>
              <a:t> corra el comando:  </a:t>
            </a:r>
            <a:r>
              <a:rPr lang="es-ES" sz="1600" b="1" dirty="0" err="1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wsl</a:t>
            </a:r>
            <a:r>
              <a:rPr lang="es-ES" sz="1600" b="1" dirty="0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-l -v</a:t>
            </a:r>
          </a:p>
          <a:p>
            <a:pPr marL="0" indent="0">
              <a:spcBef>
                <a:spcPts val="1600"/>
              </a:spcBef>
              <a:buNone/>
            </a:pPr>
            <a:endParaRPr lang="es-ES" sz="2100" b="1" dirty="0">
              <a:solidFill>
                <a:schemeClr val="lt1"/>
              </a:solidFill>
              <a:highlight>
                <a:srgbClr val="000000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indent="0">
              <a:lnSpc>
                <a:spcPct val="115000"/>
              </a:lnSpc>
              <a:spcBef>
                <a:spcPts val="1600"/>
              </a:spcBef>
              <a:buNone/>
            </a:pPr>
            <a:r>
              <a:rPr lang="es-ES" sz="1300" dirty="0"/>
              <a:t>Si observa la versión 1, siga.</a:t>
            </a:r>
          </a:p>
          <a:p>
            <a:pPr marL="0" indent="0">
              <a:lnSpc>
                <a:spcPct val="115000"/>
              </a:lnSpc>
              <a:spcBef>
                <a:spcPts val="1600"/>
              </a:spcBef>
              <a:buNone/>
            </a:pPr>
            <a:r>
              <a:rPr lang="es-ES" sz="1300" dirty="0"/>
              <a:t>Si observa la versión 2, vaya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s-ES" sz="1300" dirty="0"/>
              <a:t>a la diapositiva 12.</a:t>
            </a:r>
          </a:p>
          <a:p>
            <a:endParaRPr lang="es-PE" dirty="0"/>
          </a:p>
        </p:txBody>
      </p:sp>
      <p:grpSp>
        <p:nvGrpSpPr>
          <p:cNvPr id="5" name="Google Shape;141;p21">
            <a:extLst>
              <a:ext uri="{FF2B5EF4-FFF2-40B4-BE49-F238E27FC236}">
                <a16:creationId xmlns:a16="http://schemas.microsoft.com/office/drawing/2014/main" id="{181F9506-0761-25FF-A17F-7828A5A52853}"/>
              </a:ext>
            </a:extLst>
          </p:cNvPr>
          <p:cNvGrpSpPr/>
          <p:nvPr/>
        </p:nvGrpSpPr>
        <p:grpSpPr>
          <a:xfrm>
            <a:off x="5717224" y="1783298"/>
            <a:ext cx="3073820" cy="1369781"/>
            <a:chOff x="2663750" y="1848189"/>
            <a:chExt cx="4362450" cy="1998110"/>
          </a:xfrm>
        </p:grpSpPr>
        <p:pic>
          <p:nvPicPr>
            <p:cNvPr id="6" name="Google Shape;142;p21">
              <a:extLst>
                <a:ext uri="{FF2B5EF4-FFF2-40B4-BE49-F238E27FC236}">
                  <a16:creationId xmlns:a16="http://schemas.microsoft.com/office/drawing/2014/main" id="{E58F2A39-876C-C9B1-4303-0F40D8E92919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b="85458"/>
            <a:stretch/>
          </p:blipFill>
          <p:spPr>
            <a:xfrm>
              <a:off x="2663750" y="1848189"/>
              <a:ext cx="4362450" cy="943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143;p21">
              <a:extLst>
                <a:ext uri="{FF2B5EF4-FFF2-40B4-BE49-F238E27FC236}">
                  <a16:creationId xmlns:a16="http://schemas.microsoft.com/office/drawing/2014/main" id="{168DAFB6-3865-5117-0ACE-44E5D4C9524F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t="83736" r="18903"/>
            <a:stretch/>
          </p:blipFill>
          <p:spPr>
            <a:xfrm>
              <a:off x="2663750" y="2791400"/>
              <a:ext cx="3537925" cy="1054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144;p21">
              <a:extLst>
                <a:ext uri="{FF2B5EF4-FFF2-40B4-BE49-F238E27FC236}">
                  <a16:creationId xmlns:a16="http://schemas.microsoft.com/office/drawing/2014/main" id="{7B64065B-0ADF-9789-7975-0AB85C788956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81099" t="83736" b="7053"/>
            <a:stretch/>
          </p:blipFill>
          <p:spPr>
            <a:xfrm>
              <a:off x="6201675" y="2791400"/>
              <a:ext cx="824525" cy="59742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" name="Google Shape;145;p21">
            <a:extLst>
              <a:ext uri="{FF2B5EF4-FFF2-40B4-BE49-F238E27FC236}">
                <a16:creationId xmlns:a16="http://schemas.microsoft.com/office/drawing/2014/main" id="{23562E71-BDA8-A2E6-FB95-A2B2DA403DE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31967" t="21058" r="39907" b="55866"/>
          <a:stretch/>
        </p:blipFill>
        <p:spPr>
          <a:xfrm>
            <a:off x="8556780" y="1426027"/>
            <a:ext cx="2571750" cy="1567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46;p21">
            <a:extLst>
              <a:ext uri="{FF2B5EF4-FFF2-40B4-BE49-F238E27FC236}">
                <a16:creationId xmlns:a16="http://schemas.microsoft.com/office/drawing/2014/main" id="{0728CB0A-5E3B-A26C-DA99-CD26B4E64C2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100" y="3966588"/>
            <a:ext cx="5619750" cy="1181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55586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8D43E-88E8-A9A0-37EC-9542C6B02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F5280B-9EB5-6B9E-4523-AF728E912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Docker Desktop para </a:t>
            </a:r>
            <a:r>
              <a:rPr lang="es-ES" dirty="0" err="1"/>
              <a:t>windows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3CAC399-24BE-4D14-488D-2807C3C815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11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A087B97-347B-5EAA-8F69-6729B9E46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44500" lvl="1" indent="-342900">
              <a:spcBef>
                <a:spcPts val="0"/>
              </a:spcBef>
              <a:buSzPts val="1400"/>
            </a:pPr>
            <a:r>
              <a:rPr lang="es-ES" sz="1800" dirty="0"/>
              <a:t>Para usar Docker, es necesario que el WSL (Windows </a:t>
            </a:r>
            <a:r>
              <a:rPr lang="es-ES" sz="1800" dirty="0" err="1"/>
              <a:t>Subsystem</a:t>
            </a:r>
            <a:r>
              <a:rPr lang="es-ES" sz="1800" dirty="0"/>
              <a:t> por Linux) esté en la versión 2). En el paso anterior observó el número 1, por tal motivo, corra el siguiente comando.</a:t>
            </a:r>
            <a:endParaRPr lang="es-ES" sz="1600" b="1" dirty="0">
              <a:solidFill>
                <a:schemeClr val="lt1"/>
              </a:solidFill>
              <a:highlight>
                <a:srgbClr val="000000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lvl="2" indent="-317500">
              <a:spcBef>
                <a:spcPts val="0"/>
              </a:spcBef>
              <a:buSzPts val="1400"/>
              <a:buChar char="■"/>
            </a:pPr>
            <a:r>
              <a:rPr lang="es-ES" sz="1600" b="1" dirty="0" err="1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wsl</a:t>
            </a:r>
            <a:r>
              <a:rPr lang="es-ES" sz="1600" b="1" dirty="0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--set-</a:t>
            </a:r>
            <a:r>
              <a:rPr lang="es-ES" sz="1600" b="1" dirty="0" err="1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version</a:t>
            </a:r>
            <a:r>
              <a:rPr lang="es-ES" sz="1600" b="1" dirty="0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Ubuntu20.04LTS 2</a:t>
            </a:r>
            <a:endParaRPr lang="es-ES" sz="1800" dirty="0"/>
          </a:p>
          <a:p>
            <a:pPr marL="0" lvl="0" indent="0">
              <a:spcBef>
                <a:spcPts val="1600"/>
              </a:spcBef>
              <a:buNone/>
            </a:pPr>
            <a:r>
              <a:rPr lang="es-ES" sz="2000" dirty="0"/>
              <a:t>		→ Si  no observa problemas, siga a la diapositiva 12.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2000" dirty="0"/>
          </a:p>
          <a:p>
            <a:pPr marL="0" lvl="0" indent="0">
              <a:spcBef>
                <a:spcPts val="1600"/>
              </a:spcBef>
              <a:buNone/>
            </a:pPr>
            <a:endParaRPr lang="es-ES" sz="2000" dirty="0"/>
          </a:p>
          <a:p>
            <a:pPr marL="91440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2000" dirty="0"/>
              <a:t>→ Si tiene problemas (como la imagen inferior), entonces continúe a la siguiente diapositiva.</a:t>
            </a:r>
            <a:endParaRPr lang="es-ES" sz="1600" b="1" dirty="0">
              <a:solidFill>
                <a:schemeClr val="lt1"/>
              </a:solidFill>
              <a:highlight>
                <a:srgbClr val="000000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endParaRPr lang="es-PE" sz="2000" dirty="0"/>
          </a:p>
        </p:txBody>
      </p:sp>
      <p:pic>
        <p:nvPicPr>
          <p:cNvPr id="5" name="Google Shape;154;p22">
            <a:extLst>
              <a:ext uri="{FF2B5EF4-FFF2-40B4-BE49-F238E27FC236}">
                <a16:creationId xmlns:a16="http://schemas.microsoft.com/office/drawing/2014/main" id="{B720FF50-BA53-5084-D08D-B80ECDFD281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547109" y="2609288"/>
            <a:ext cx="7581875" cy="101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55;p22">
            <a:extLst>
              <a:ext uri="{FF2B5EF4-FFF2-40B4-BE49-F238E27FC236}">
                <a16:creationId xmlns:a16="http://schemas.microsoft.com/office/drawing/2014/main" id="{7C830099-FDB9-BE6D-8872-B4A7292174D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5476" y="4475158"/>
            <a:ext cx="5684325" cy="878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94015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0CA7C-C21F-4934-2B87-B7C30FA32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876A6C-4CCA-1AD7-C5B6-0EF3B5F0F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Docker Desktop para </a:t>
            </a:r>
            <a:r>
              <a:rPr lang="es-ES" dirty="0" err="1"/>
              <a:t>windows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C942375-F2B8-E3DE-1E32-05D477BC0B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12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6EC2A28-13CC-A7E5-B92A-32DD61424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41338" lvl="1" indent="-342900">
              <a:spcBef>
                <a:spcPts val="0"/>
              </a:spcBef>
              <a:buSzPts val="1400"/>
            </a:pPr>
            <a:r>
              <a:rPr lang="es-ES" sz="2100" dirty="0"/>
              <a:t>Le están pidiendo el </a:t>
            </a:r>
            <a:r>
              <a:rPr lang="es-ES" sz="2100" dirty="0" err="1"/>
              <a:t>kernel</a:t>
            </a:r>
            <a:r>
              <a:rPr lang="es-ES" sz="2100" dirty="0"/>
              <a:t> de Linux para poder cambiar de v1 a v2. Puede ver el enlace de descargar en el siguiente enlace, paso 4: </a:t>
            </a:r>
          </a:p>
          <a:p>
            <a:pPr marL="541338" lvl="2" indent="-342900">
              <a:spcBef>
                <a:spcPts val="0"/>
              </a:spcBef>
              <a:buSzPts val="1400"/>
              <a:buChar char="■"/>
            </a:pPr>
            <a:r>
              <a:rPr lang="es-ES" sz="1900" u="sng" dirty="0">
                <a:solidFill>
                  <a:schemeClr val="hlink"/>
                </a:solidFill>
                <a:hlinkClick r:id="rId2"/>
              </a:rPr>
              <a:t>https://docs.microsoft.com/en-us/windows/wsl/install-manual#step-4---download-the-linux-kernel-update-package</a:t>
            </a:r>
            <a:endParaRPr lang="es-ES" sz="1900" dirty="0"/>
          </a:p>
          <a:p>
            <a:pPr marL="541338" indent="-342900">
              <a:spcBef>
                <a:spcPts val="1600"/>
              </a:spcBef>
            </a:pPr>
            <a:endParaRPr lang="es-ES" sz="700" dirty="0"/>
          </a:p>
          <a:p>
            <a:pPr marL="541338" lvl="1" indent="-342900">
              <a:spcBef>
                <a:spcPts val="1600"/>
              </a:spcBef>
              <a:buSzPts val="1400"/>
            </a:pPr>
            <a:r>
              <a:rPr lang="es-ES" sz="2100" dirty="0"/>
              <a:t>Luego de instalar el </a:t>
            </a:r>
            <a:r>
              <a:rPr lang="es-ES" sz="2100" dirty="0" err="1"/>
              <a:t>Kernel</a:t>
            </a:r>
            <a:r>
              <a:rPr lang="es-ES" sz="2100" dirty="0"/>
              <a:t>, cierre </a:t>
            </a:r>
            <a:r>
              <a:rPr lang="es-ES" sz="2100" dirty="0" err="1"/>
              <a:t>powershell</a:t>
            </a:r>
            <a:r>
              <a:rPr lang="es-ES" sz="2100" dirty="0"/>
              <a:t> y vuélvalo a abrir como Administrador.</a:t>
            </a:r>
          </a:p>
          <a:p>
            <a:pPr marL="541338" lvl="2" indent="-342900">
              <a:spcBef>
                <a:spcPts val="0"/>
              </a:spcBef>
              <a:buSzPts val="1400"/>
              <a:buChar char="■"/>
            </a:pPr>
            <a:r>
              <a:rPr lang="es-ES" sz="1900" dirty="0"/>
              <a:t>Corra nuevamente: </a:t>
            </a:r>
            <a:r>
              <a:rPr lang="es-ES" sz="1600" b="1" dirty="0" err="1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wsl</a:t>
            </a:r>
            <a:r>
              <a:rPr lang="es-ES" sz="1600" b="1" dirty="0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--set-</a:t>
            </a:r>
            <a:r>
              <a:rPr lang="es-ES" sz="1600" b="1" dirty="0" err="1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version</a:t>
            </a:r>
            <a:r>
              <a:rPr lang="es-ES" sz="1600" b="1" dirty="0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Ubuntu20.04LTS 2</a:t>
            </a:r>
            <a:endParaRPr lang="es-ES" sz="1900" dirty="0"/>
          </a:p>
          <a:p>
            <a:pPr marL="0" lvl="0" indent="0">
              <a:spcBef>
                <a:spcPts val="1600"/>
              </a:spcBef>
              <a:buNone/>
            </a:pPr>
            <a:endParaRPr lang="es-ES" sz="2100" dirty="0"/>
          </a:p>
          <a:p>
            <a:pPr marL="0" lvl="0" indent="0">
              <a:spcBef>
                <a:spcPts val="1600"/>
              </a:spcBef>
              <a:buNone/>
            </a:pPr>
            <a:endParaRPr lang="es-ES" sz="2100" dirty="0"/>
          </a:p>
          <a:p>
            <a:pPr marL="0" lvl="0" indent="0">
              <a:spcBef>
                <a:spcPts val="1600"/>
              </a:spcBef>
              <a:buNone/>
            </a:pPr>
            <a:endParaRPr lang="es-ES" sz="2100" dirty="0"/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2100" dirty="0"/>
              <a:t>→ Si todo salió bien continúe a la siguiente diapositiva.</a:t>
            </a:r>
          </a:p>
        </p:txBody>
      </p:sp>
      <p:pic>
        <p:nvPicPr>
          <p:cNvPr id="5" name="Google Shape;163;p23">
            <a:extLst>
              <a:ext uri="{FF2B5EF4-FFF2-40B4-BE49-F238E27FC236}">
                <a16:creationId xmlns:a16="http://schemas.microsoft.com/office/drawing/2014/main" id="{380FDFF8-D8D9-34CC-5876-CB7B27BBB60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2662" y="3194176"/>
            <a:ext cx="7581875" cy="10109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1856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CCD10-117F-566F-B2CF-F168626D0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ACA237-7490-EDDF-5901-581B2DE2B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Docker Desktop para </a:t>
            </a:r>
            <a:r>
              <a:rPr lang="es-ES" dirty="0" err="1"/>
              <a:t>windows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A7DCD02-C975-FEBC-380A-49D0C13504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13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4A3747D-B19C-467E-86F0-489F2CEA54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Installe</a:t>
            </a:r>
            <a:r>
              <a:rPr lang="es-ES" dirty="0"/>
              <a:t> Docker Desktop. Al terminar la instalación</a:t>
            </a:r>
            <a:r>
              <a:rPr lang="es-ES" b="1" dirty="0"/>
              <a:t> debe reiniciar su PC</a:t>
            </a:r>
            <a:r>
              <a:rPr lang="es-ES" dirty="0"/>
              <a:t>.</a:t>
            </a:r>
          </a:p>
          <a:p>
            <a:endParaRPr lang="es-PE" dirty="0"/>
          </a:p>
        </p:txBody>
      </p:sp>
      <p:pic>
        <p:nvPicPr>
          <p:cNvPr id="5" name="Google Shape;171;p24">
            <a:extLst>
              <a:ext uri="{FF2B5EF4-FFF2-40B4-BE49-F238E27FC236}">
                <a16:creationId xmlns:a16="http://schemas.microsoft.com/office/drawing/2014/main" id="{FEEF645D-1CE4-9829-0343-6A1CDF67F1E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97125" y="1972012"/>
            <a:ext cx="5310381" cy="35388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2788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0A682-62B6-6CC9-2194-25A63BA02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E4FFB1-65DA-D929-AC18-AE98CB534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Acepte los términos y condiciones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2679D8C-7877-4BC9-9DA9-A376FB1DC0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14</a:t>
            </a:fld>
            <a:endParaRPr lang="es-PE"/>
          </a:p>
        </p:txBody>
      </p:sp>
      <p:pic>
        <p:nvPicPr>
          <p:cNvPr id="5" name="Google Shape;178;p25">
            <a:extLst>
              <a:ext uri="{FF2B5EF4-FFF2-40B4-BE49-F238E27FC236}">
                <a16:creationId xmlns:a16="http://schemas.microsoft.com/office/drawing/2014/main" id="{83CCBFEE-18ED-DFD0-AA20-65647BFB3C5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07634" y="1311804"/>
            <a:ext cx="5456776" cy="40925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67080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6DF70-B868-469A-3255-D8FB1186A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22C822-87B0-3AFF-6ED6-CC24CB26A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Arrancar Docker Desktop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AEB883A-D503-8263-20FC-9F7DF16D35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15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6DF1F03-5805-B8D2-031B-47883AB42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419" dirty="0"/>
              <a:t>Abra Docker Desktop</a:t>
            </a:r>
          </a:p>
          <a:p>
            <a:endParaRPr lang="es-PE" dirty="0"/>
          </a:p>
        </p:txBody>
      </p:sp>
      <p:pic>
        <p:nvPicPr>
          <p:cNvPr id="5" name="Google Shape;186;p26">
            <a:extLst>
              <a:ext uri="{FF2B5EF4-FFF2-40B4-BE49-F238E27FC236}">
                <a16:creationId xmlns:a16="http://schemas.microsoft.com/office/drawing/2014/main" id="{525D5943-319D-123F-AA40-B5C5CD7B8E8F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138612" y="2878456"/>
            <a:ext cx="3914775" cy="781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336332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D6A56-E34E-71DE-E3A2-0B927058C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6F3D10-3483-4316-4ED8-E91646AFD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Docker </a:t>
            </a:r>
            <a:r>
              <a:rPr lang="es-ES" dirty="0" err="1"/>
              <a:t>Dekstop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FB919BC-E3DD-304F-7578-29938C674C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16</a:t>
            </a:fld>
            <a:endParaRPr lang="es-PE"/>
          </a:p>
        </p:txBody>
      </p:sp>
      <p:pic>
        <p:nvPicPr>
          <p:cNvPr id="5" name="Google Shape;194;p27">
            <a:extLst>
              <a:ext uri="{FF2B5EF4-FFF2-40B4-BE49-F238E27FC236}">
                <a16:creationId xmlns:a16="http://schemas.microsoft.com/office/drawing/2014/main" id="{740DE278-E4DC-0D25-3584-9C5B87CBA15F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047873" y="1109709"/>
            <a:ext cx="8401051" cy="44497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01518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264A3-5744-DF89-7FE1-DE2905D1F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218AA8-82E8-3C5D-BE49-71EB57396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Arrancar Docker Desktop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732F59C-7828-0A32-DD7E-4DE78113B8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17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995AC55-881A-84AB-0772-B2676CE6F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788" y="1162658"/>
            <a:ext cx="10356570" cy="3843645"/>
          </a:xfrm>
        </p:spPr>
        <p:txBody>
          <a:bodyPr>
            <a:normAutofit/>
          </a:bodyPr>
          <a:lstStyle/>
          <a:p>
            <a:r>
              <a:rPr lang="es-ES" sz="2000" dirty="0"/>
              <a:t>Docker está listo para usar si en la parte inferior observa el logo de </a:t>
            </a:r>
            <a:r>
              <a:rPr lang="es-ES" sz="2000" dirty="0" err="1"/>
              <a:t>docker</a:t>
            </a:r>
            <a:r>
              <a:rPr lang="es-ES" sz="2000" dirty="0"/>
              <a:t> con fondo verde.</a:t>
            </a:r>
          </a:p>
          <a:p>
            <a:endParaRPr lang="es-PE" sz="2000" dirty="0"/>
          </a:p>
        </p:txBody>
      </p:sp>
      <p:grpSp>
        <p:nvGrpSpPr>
          <p:cNvPr id="5" name="Google Shape;203;p28">
            <a:extLst>
              <a:ext uri="{FF2B5EF4-FFF2-40B4-BE49-F238E27FC236}">
                <a16:creationId xmlns:a16="http://schemas.microsoft.com/office/drawing/2014/main" id="{5DE5ED39-3FC0-6C63-E6CB-9D6CB037D071}"/>
              </a:ext>
            </a:extLst>
          </p:cNvPr>
          <p:cNvGrpSpPr/>
          <p:nvPr/>
        </p:nvGrpSpPr>
        <p:grpSpPr>
          <a:xfrm>
            <a:off x="2320416" y="1812361"/>
            <a:ext cx="7965052" cy="3718642"/>
            <a:chOff x="867325" y="3197500"/>
            <a:chExt cx="7409351" cy="3459202"/>
          </a:xfrm>
        </p:grpSpPr>
        <p:pic>
          <p:nvPicPr>
            <p:cNvPr id="6" name="Google Shape;204;p28">
              <a:extLst>
                <a:ext uri="{FF2B5EF4-FFF2-40B4-BE49-F238E27FC236}">
                  <a16:creationId xmlns:a16="http://schemas.microsoft.com/office/drawing/2014/main" id="{0B275919-5C02-E7DD-8A54-CFC5FDA32410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t="93679"/>
            <a:stretch/>
          </p:blipFill>
          <p:spPr>
            <a:xfrm>
              <a:off x="867325" y="6389201"/>
              <a:ext cx="7409351" cy="267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205;p28">
              <a:extLst>
                <a:ext uri="{FF2B5EF4-FFF2-40B4-BE49-F238E27FC236}">
                  <a16:creationId xmlns:a16="http://schemas.microsoft.com/office/drawing/2014/main" id="{E372D6A7-21BD-BC76-A7D7-2CC658849281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b="24585"/>
            <a:stretch/>
          </p:blipFill>
          <p:spPr>
            <a:xfrm>
              <a:off x="867325" y="3197500"/>
              <a:ext cx="7409351" cy="3191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Google Shape;206;p28">
            <a:extLst>
              <a:ext uri="{FF2B5EF4-FFF2-40B4-BE49-F238E27FC236}">
                <a16:creationId xmlns:a16="http://schemas.microsoft.com/office/drawing/2014/main" id="{7349ACF8-D2D5-3230-5C64-B4B82902D4EA}"/>
              </a:ext>
            </a:extLst>
          </p:cNvPr>
          <p:cNvSpPr/>
          <p:nvPr/>
        </p:nvSpPr>
        <p:spPr>
          <a:xfrm>
            <a:off x="2113474" y="5139189"/>
            <a:ext cx="2343900" cy="5247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494418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092AF-3A69-7385-D5C9-43852F866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5C3D6F-AE49-0EED-1D6C-230122203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Problemas con Docker Desktop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EF753D9-7F5D-B0FF-D477-1A2934BF29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18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A9960DE-85A9-4552-BF70-9A6FA1F87A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2000" dirty="0"/>
              <a:t>Si al abrirlo tiene problemas (no abre o el logo se queda en amarrillo), pruebe lo siguiente:</a:t>
            </a:r>
          </a:p>
          <a:p>
            <a:pPr lvl="0" indent="-342900">
              <a:spcBef>
                <a:spcPts val="1600"/>
              </a:spcBef>
              <a:buSzPts val="1800"/>
              <a:buChar char="●"/>
            </a:pPr>
            <a:r>
              <a:rPr lang="es-ES" sz="2000" dirty="0"/>
              <a:t>Cierre Docker Desktop con el administrador de programas. 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2000" dirty="0"/>
              <a:t>Vaya a la ruta: C:\Users\&lt;Usuario&gt;\AppData\Roaming\Docker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2000" dirty="0"/>
              <a:t>Borre el archivo </a:t>
            </a:r>
            <a:r>
              <a:rPr lang="es-ES" sz="2000" dirty="0" err="1"/>
              <a:t>settings.json</a:t>
            </a:r>
            <a:endParaRPr lang="es-ES" sz="2000" dirty="0"/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2000" dirty="0"/>
              <a:t>Abrir Docker Desktop como administrador</a:t>
            </a:r>
          </a:p>
          <a:p>
            <a:endParaRPr lang="es-PE" sz="2000" dirty="0"/>
          </a:p>
        </p:txBody>
      </p:sp>
    </p:spTree>
    <p:extLst>
      <p:ext uri="{BB962C8B-B14F-4D97-AF65-F5344CB8AC3E}">
        <p14:creationId xmlns:p14="http://schemas.microsoft.com/office/powerpoint/2010/main" val="4390793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Personalizado 1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1CEE12FC-EFE8-427F-AFDD-10E13BDA9816}"/>
    </a:ext>
  </a:extLst>
</a:theme>
</file>

<file path=ppt/theme/theme2.xml><?xml version="1.0" encoding="utf-8"?>
<a:theme xmlns:a="http://schemas.openxmlformats.org/drawingml/2006/main" name="1_Tema de Office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Personalizado 1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2968A79A-DB5B-4965-B275-611A9275D097}"/>
    </a:ext>
  </a:extLst>
</a:theme>
</file>

<file path=ppt/theme/theme3.xml><?xml version="1.0" encoding="utf-8"?>
<a:theme xmlns:a="http://schemas.openxmlformats.org/drawingml/2006/main" name="Diseño personalizado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Montserrat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5F575593-E9A2-4645-ABE1-5BD8C9BF19B9}"/>
    </a:ext>
  </a:extLst>
</a:theme>
</file>

<file path=ppt/theme/theme4.xml><?xml version="1.0" encoding="utf-8"?>
<a:theme xmlns:a="http://schemas.openxmlformats.org/drawingml/2006/main" name="Telecom Pucp">
  <a:themeElements>
    <a:clrScheme name="PUCP">
      <a:dk1>
        <a:srgbClr val="191919"/>
      </a:dk1>
      <a:lt1>
        <a:srgbClr val="FFFFFF"/>
      </a:lt1>
      <a:dk2>
        <a:srgbClr val="042354"/>
      </a:dk2>
      <a:lt2>
        <a:srgbClr val="E7EDED"/>
      </a:lt2>
      <a:accent1>
        <a:srgbClr val="2841DD"/>
      </a:accent1>
      <a:accent2>
        <a:srgbClr val="FF9929"/>
      </a:accent2>
      <a:accent3>
        <a:srgbClr val="7F32C8"/>
      </a:accent3>
      <a:accent4>
        <a:srgbClr val="F0AE19"/>
      </a:accent4>
      <a:accent5>
        <a:srgbClr val="0A7BC2"/>
      </a:accent5>
      <a:accent6>
        <a:srgbClr val="16C78E"/>
      </a:accent6>
      <a:hlink>
        <a:srgbClr val="004EA8"/>
      </a:hlink>
      <a:folHlink>
        <a:srgbClr val="C3094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lecom Pucp" id="{04A4479E-36D6-4C66-807A-9F4E8318654E}" vid="{A438D0C6-9502-4DA2-8DE8-05B87C02855A}"/>
    </a:ext>
  </a:extLst>
</a:theme>
</file>

<file path=ppt/theme/theme5.xml><?xml version="1.0" encoding="utf-8"?>
<a:theme xmlns:a="http://schemas.openxmlformats.org/drawingml/2006/main" name="Tema de Office">
  <a:themeElements>
    <a:clrScheme name="Industrial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14EA8"/>
      </a:accent1>
      <a:accent2>
        <a:srgbClr val="00338C"/>
      </a:accent2>
      <a:accent3>
        <a:srgbClr val="001870"/>
      </a:accent3>
      <a:accent4>
        <a:srgbClr val="2165B3"/>
      </a:accent4>
      <a:accent5>
        <a:srgbClr val="417BBE"/>
      </a:accent5>
      <a:accent6>
        <a:srgbClr val="80A7D4"/>
      </a:accent6>
      <a:hlink>
        <a:srgbClr val="0000FF"/>
      </a:hlink>
      <a:folHlink>
        <a:srgbClr val="417BB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ema de Office">
  <a:themeElements>
    <a:clrScheme name="Industrial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14EA8"/>
      </a:accent1>
      <a:accent2>
        <a:srgbClr val="00338C"/>
      </a:accent2>
      <a:accent3>
        <a:srgbClr val="001870"/>
      </a:accent3>
      <a:accent4>
        <a:srgbClr val="2165B3"/>
      </a:accent4>
      <a:accent5>
        <a:srgbClr val="417BBE"/>
      </a:accent5>
      <a:accent6>
        <a:srgbClr val="80A7D4"/>
      </a:accent6>
      <a:hlink>
        <a:srgbClr val="0000FF"/>
      </a:hlink>
      <a:folHlink>
        <a:srgbClr val="417BB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Plantilla_Telecomunicaciones (1)</Template>
  <TotalTime>637</TotalTime>
  <Words>597</Words>
  <Application>Microsoft Office PowerPoint</Application>
  <PresentationFormat>Panorámica</PresentationFormat>
  <Paragraphs>90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18</vt:i4>
      </vt:variant>
    </vt:vector>
  </HeadingPairs>
  <TitlesOfParts>
    <vt:vector size="26" baseType="lpstr">
      <vt:lpstr>Arial</vt:lpstr>
      <vt:lpstr>Montserrat</vt:lpstr>
      <vt:lpstr>Montserrat Medium</vt:lpstr>
      <vt:lpstr>Source Code Pro</vt:lpstr>
      <vt:lpstr>Tema de Office</vt:lpstr>
      <vt:lpstr>1_Tema de Office</vt:lpstr>
      <vt:lpstr>Diseño personalizado</vt:lpstr>
      <vt:lpstr>Telecom Pucp</vt:lpstr>
      <vt:lpstr>Presentación de PowerPoint</vt:lpstr>
      <vt:lpstr>Instalación de Docker Desktop</vt:lpstr>
      <vt:lpstr>Docker Desktop</vt:lpstr>
      <vt:lpstr>Docker Desktop para Windows</vt:lpstr>
      <vt:lpstr>Docker Desktop para windows</vt:lpstr>
      <vt:lpstr>Docker Dektop para windows</vt:lpstr>
      <vt:lpstr>Análisis</vt:lpstr>
      <vt:lpstr>Instalar paquete</vt:lpstr>
      <vt:lpstr>Abrir Ubuntu</vt:lpstr>
      <vt:lpstr>Docker Desktop para Windows</vt:lpstr>
      <vt:lpstr>Docker Desktop para windows</vt:lpstr>
      <vt:lpstr>Docker Desktop para windows</vt:lpstr>
      <vt:lpstr>Docker Desktop para windows</vt:lpstr>
      <vt:lpstr>Acepte los términos y condiciones</vt:lpstr>
      <vt:lpstr>Arrancar Docker Desktop</vt:lpstr>
      <vt:lpstr>Docker Dekstop</vt:lpstr>
      <vt:lpstr>Arrancar Docker Desktop</vt:lpstr>
      <vt:lpstr>Problemas con Docker Desktop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Programación Orientada a Objetos &amp; Introducción a Java</dc:title>
  <dc:creator>Brenda Tumbalobos</dc:creator>
  <cp:lastModifiedBy>Brenda Tumbalobos Cubas</cp:lastModifiedBy>
  <cp:revision>33</cp:revision>
  <dcterms:created xsi:type="dcterms:W3CDTF">2023-10-28T21:43:03Z</dcterms:created>
  <dcterms:modified xsi:type="dcterms:W3CDTF">2026-05-05T03:09:24Z</dcterms:modified>
</cp:coreProperties>
</file>