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360" r:id="rId8"/>
    <p:sldId id="361" r:id="rId9"/>
    <p:sldId id="362" r:id="rId10"/>
    <p:sldId id="363" r:id="rId11"/>
    <p:sldId id="364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9BBD38-85FB-48A7-8D98-5F24EB89158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39D57CBE-F718-41E2-B860-664B268F9C73}">
      <dgm:prSet phldrT="[Texto]"/>
      <dgm:spPr/>
      <dgm:t>
        <a:bodyPr/>
        <a:lstStyle/>
        <a:p>
          <a:r>
            <a:rPr lang="es-ES" dirty="0"/>
            <a:t>Examen Final (40%)</a:t>
          </a:r>
          <a:endParaRPr lang="es-PE" dirty="0"/>
        </a:p>
      </dgm:t>
    </dgm:pt>
    <dgm:pt modelId="{E32430E1-05AE-4D14-B40B-DCA71E183076}" type="parTrans" cxnId="{A3C43C6D-ADE9-4452-8DB5-BA951257C735}">
      <dgm:prSet/>
      <dgm:spPr/>
      <dgm:t>
        <a:bodyPr/>
        <a:lstStyle/>
        <a:p>
          <a:endParaRPr lang="es-PE"/>
        </a:p>
      </dgm:t>
    </dgm:pt>
    <dgm:pt modelId="{AAFBFEF8-8DB7-47EA-B086-611858E6D544}" type="sibTrans" cxnId="{A3C43C6D-ADE9-4452-8DB5-BA951257C735}">
      <dgm:prSet/>
      <dgm:spPr/>
      <dgm:t>
        <a:bodyPr/>
        <a:lstStyle/>
        <a:p>
          <a:endParaRPr lang="es-PE"/>
        </a:p>
      </dgm:t>
    </dgm:pt>
    <dgm:pt modelId="{86C2DDCE-66B6-49C0-A5F8-2CB9FBC7DF8A}">
      <dgm:prSet phldrT="[Texto]"/>
      <dgm:spPr/>
      <dgm:t>
        <a:bodyPr/>
        <a:lstStyle/>
        <a:p>
          <a:r>
            <a:rPr lang="es-ES" dirty="0"/>
            <a:t>Tarea Académica (15%)</a:t>
          </a:r>
          <a:endParaRPr lang="es-PE" dirty="0"/>
        </a:p>
      </dgm:t>
    </dgm:pt>
    <dgm:pt modelId="{927E1EA2-69D4-4CAE-A9CA-C4C1A843B2F8}" type="parTrans" cxnId="{BA51D580-4FA4-42B0-8D6C-F6E8D24C8906}">
      <dgm:prSet/>
      <dgm:spPr/>
      <dgm:t>
        <a:bodyPr/>
        <a:lstStyle/>
        <a:p>
          <a:endParaRPr lang="es-PE"/>
        </a:p>
      </dgm:t>
    </dgm:pt>
    <dgm:pt modelId="{1EF86AB7-4AC3-4B45-BD7C-2A33C48C72DD}" type="sibTrans" cxnId="{BA51D580-4FA4-42B0-8D6C-F6E8D24C8906}">
      <dgm:prSet/>
      <dgm:spPr/>
      <dgm:t>
        <a:bodyPr/>
        <a:lstStyle/>
        <a:p>
          <a:endParaRPr lang="es-PE"/>
        </a:p>
      </dgm:t>
    </dgm:pt>
    <dgm:pt modelId="{F9AF0808-117F-4CB5-92B9-75C19D730EB8}">
      <dgm:prSet phldrT="[Texto]"/>
      <dgm:spPr/>
      <dgm:t>
        <a:bodyPr/>
        <a:lstStyle/>
        <a:p>
          <a:r>
            <a:rPr lang="es-ES" dirty="0"/>
            <a:t>Nota A = Parte Teórico/Práctico (10ptos) + Presentación Final (10ptos) – La presentación final esta afectado por la autoevaluación</a:t>
          </a:r>
          <a:endParaRPr lang="es-PE" dirty="0"/>
        </a:p>
      </dgm:t>
    </dgm:pt>
    <dgm:pt modelId="{A09F1673-0DA0-496D-96A6-7549F6E4EDAC}" type="parTrans" cxnId="{47F89839-070E-40E8-BE9F-3C134B4E4ACB}">
      <dgm:prSet/>
      <dgm:spPr/>
      <dgm:t>
        <a:bodyPr/>
        <a:lstStyle/>
        <a:p>
          <a:endParaRPr lang="es-PE"/>
        </a:p>
      </dgm:t>
    </dgm:pt>
    <dgm:pt modelId="{02D03456-6343-4F57-A699-E6DD29D21EB2}" type="sibTrans" cxnId="{47F89839-070E-40E8-BE9F-3C134B4E4ACB}">
      <dgm:prSet/>
      <dgm:spPr/>
      <dgm:t>
        <a:bodyPr/>
        <a:lstStyle/>
        <a:p>
          <a:endParaRPr lang="es-PE"/>
        </a:p>
      </dgm:t>
    </dgm:pt>
    <dgm:pt modelId="{43E659B4-7FFA-4714-ACAD-7EB9EE2E9C05}">
      <dgm:prSet phldrT="[Texto]"/>
      <dgm:spPr/>
      <dgm:t>
        <a:bodyPr/>
        <a:lstStyle/>
        <a:p>
          <a:r>
            <a:rPr lang="es-PE" dirty="0"/>
            <a:t>Nota B = Segundo Avance de JIRA (20ptos)</a:t>
          </a:r>
        </a:p>
      </dgm:t>
    </dgm:pt>
    <dgm:pt modelId="{A7F66879-9550-43AA-8F84-A3E965E4F482}" type="parTrans" cxnId="{DA3216FA-C199-4F07-8D4B-1DB3F7A48CB0}">
      <dgm:prSet/>
      <dgm:spPr/>
      <dgm:t>
        <a:bodyPr/>
        <a:lstStyle/>
        <a:p>
          <a:endParaRPr lang="es-PE"/>
        </a:p>
      </dgm:t>
    </dgm:pt>
    <dgm:pt modelId="{F0BC30F5-9D14-4095-8F47-893E754711F7}" type="sibTrans" cxnId="{DA3216FA-C199-4F07-8D4B-1DB3F7A48CB0}">
      <dgm:prSet/>
      <dgm:spPr/>
      <dgm:t>
        <a:bodyPr/>
        <a:lstStyle/>
        <a:p>
          <a:endParaRPr lang="es-PE"/>
        </a:p>
      </dgm:t>
    </dgm:pt>
    <dgm:pt modelId="{90F1CFF7-8C16-47F3-8886-CF5F1387C490}">
      <dgm:prSet phldrT="[Texto]"/>
      <dgm:spPr/>
      <dgm:t>
        <a:bodyPr/>
        <a:lstStyle/>
        <a:p>
          <a:r>
            <a:rPr lang="es-ES" dirty="0"/>
            <a:t>Promedio entre 2 notas (A + B)</a:t>
          </a:r>
          <a:endParaRPr lang="es-PE" dirty="0"/>
        </a:p>
      </dgm:t>
    </dgm:pt>
    <dgm:pt modelId="{BF815276-7F50-49DD-8366-A46CCD8F4B00}" type="parTrans" cxnId="{AD150316-0B02-4CDA-A624-EFC5ADA3EAD5}">
      <dgm:prSet/>
      <dgm:spPr/>
      <dgm:t>
        <a:bodyPr/>
        <a:lstStyle/>
        <a:p>
          <a:endParaRPr lang="es-PE"/>
        </a:p>
      </dgm:t>
    </dgm:pt>
    <dgm:pt modelId="{CE62AD23-2489-4D2D-8EAA-277860270304}" type="sibTrans" cxnId="{AD150316-0B02-4CDA-A624-EFC5ADA3EAD5}">
      <dgm:prSet/>
      <dgm:spPr/>
      <dgm:t>
        <a:bodyPr/>
        <a:lstStyle/>
        <a:p>
          <a:endParaRPr lang="es-PE"/>
        </a:p>
      </dgm:t>
    </dgm:pt>
    <dgm:pt modelId="{AE4C60B5-AB9B-48FC-A755-3E9D6E364202}">
      <dgm:prSet phldrT="[Texto]"/>
      <dgm:spPr/>
      <dgm:t>
        <a:bodyPr/>
        <a:lstStyle/>
        <a:p>
          <a:r>
            <a:rPr lang="es-ES" dirty="0"/>
            <a:t>Promedio de 10 laboratorios (ninguna nota es eliminable)</a:t>
          </a:r>
          <a:endParaRPr lang="es-PE" dirty="0"/>
        </a:p>
      </dgm:t>
    </dgm:pt>
    <dgm:pt modelId="{B445127F-5896-4E74-A750-898EA6F6ACB6}" type="parTrans" cxnId="{C16BF248-4F62-409B-AF82-83184551A34A}">
      <dgm:prSet/>
      <dgm:spPr/>
      <dgm:t>
        <a:bodyPr/>
        <a:lstStyle/>
        <a:p>
          <a:endParaRPr lang="es-PE"/>
        </a:p>
      </dgm:t>
    </dgm:pt>
    <dgm:pt modelId="{49C1B01B-8A3C-49C5-8808-10031C028311}" type="sibTrans" cxnId="{C16BF248-4F62-409B-AF82-83184551A34A}">
      <dgm:prSet/>
      <dgm:spPr/>
      <dgm:t>
        <a:bodyPr/>
        <a:lstStyle/>
        <a:p>
          <a:endParaRPr lang="es-PE"/>
        </a:p>
      </dgm:t>
    </dgm:pt>
    <dgm:pt modelId="{F7AEB83C-36EC-46BF-A4C2-A0EAD4AC89A0}">
      <dgm:prSet phldrT="[Texto]"/>
      <dgm:spPr/>
      <dgm:t>
        <a:bodyPr/>
        <a:lstStyle/>
        <a:p>
          <a:r>
            <a:rPr lang="es-ES" dirty="0"/>
            <a:t>Examen Parcial (20%)</a:t>
          </a:r>
          <a:endParaRPr lang="es-PE" dirty="0"/>
        </a:p>
      </dgm:t>
    </dgm:pt>
    <dgm:pt modelId="{75C2A23D-FFCE-401A-A3BD-CD4FB838D81A}" type="parTrans" cxnId="{E065576F-D11C-4232-ADC8-B9DA5942EA59}">
      <dgm:prSet/>
      <dgm:spPr/>
      <dgm:t>
        <a:bodyPr/>
        <a:lstStyle/>
        <a:p>
          <a:endParaRPr lang="es-PE"/>
        </a:p>
      </dgm:t>
    </dgm:pt>
    <dgm:pt modelId="{75AB1483-0E4F-46AB-91B2-B442950C66E4}" type="sibTrans" cxnId="{E065576F-D11C-4232-ADC8-B9DA5942EA59}">
      <dgm:prSet/>
      <dgm:spPr/>
      <dgm:t>
        <a:bodyPr/>
        <a:lstStyle/>
        <a:p>
          <a:endParaRPr lang="es-PE"/>
        </a:p>
      </dgm:t>
    </dgm:pt>
    <dgm:pt modelId="{C81F97FA-4CA0-4D41-86BB-FFB19BC3CCEE}">
      <dgm:prSet phldrT="[Texto]"/>
      <dgm:spPr/>
      <dgm:t>
        <a:bodyPr/>
        <a:lstStyle/>
        <a:p>
          <a:r>
            <a:rPr lang="es-PE" dirty="0"/>
            <a:t>Promedio entre 2 notas (A+B)</a:t>
          </a:r>
        </a:p>
      </dgm:t>
    </dgm:pt>
    <dgm:pt modelId="{0E160209-EA49-4A1C-B075-DE0044E67591}" type="parTrans" cxnId="{AB0D05DE-B592-4AF3-A7AC-43CE4C31913C}">
      <dgm:prSet/>
      <dgm:spPr/>
      <dgm:t>
        <a:bodyPr/>
        <a:lstStyle/>
        <a:p>
          <a:endParaRPr lang="es-PE"/>
        </a:p>
      </dgm:t>
    </dgm:pt>
    <dgm:pt modelId="{19FCB255-C96C-4A51-A680-4D2C026C9C25}" type="sibTrans" cxnId="{AB0D05DE-B592-4AF3-A7AC-43CE4C31913C}">
      <dgm:prSet/>
      <dgm:spPr/>
      <dgm:t>
        <a:bodyPr/>
        <a:lstStyle/>
        <a:p>
          <a:endParaRPr lang="es-PE"/>
        </a:p>
      </dgm:t>
    </dgm:pt>
    <dgm:pt modelId="{926A4835-BCDE-45AD-9306-DB2654F283C9}">
      <dgm:prSet phldrT="[Texto]"/>
      <dgm:spPr/>
      <dgm:t>
        <a:bodyPr/>
        <a:lstStyle/>
        <a:p>
          <a:r>
            <a:rPr lang="es-PE" dirty="0"/>
            <a:t>Nota A = promedio de entregables (avances de proyecto) + Participación en Clase</a:t>
          </a:r>
        </a:p>
      </dgm:t>
    </dgm:pt>
    <dgm:pt modelId="{C17C6B62-04E5-487D-A51A-8A6DFA047E16}" type="parTrans" cxnId="{1B409A2C-1DBF-4B93-BFD2-2A26C444C518}">
      <dgm:prSet/>
      <dgm:spPr/>
      <dgm:t>
        <a:bodyPr/>
        <a:lstStyle/>
        <a:p>
          <a:endParaRPr lang="es-PE"/>
        </a:p>
      </dgm:t>
    </dgm:pt>
    <dgm:pt modelId="{45C80908-6DDA-4B79-8945-4F527AE9F39E}" type="sibTrans" cxnId="{1B409A2C-1DBF-4B93-BFD2-2A26C444C518}">
      <dgm:prSet/>
      <dgm:spPr/>
      <dgm:t>
        <a:bodyPr/>
        <a:lstStyle/>
        <a:p>
          <a:endParaRPr lang="es-PE"/>
        </a:p>
      </dgm:t>
    </dgm:pt>
    <dgm:pt modelId="{46A7BD69-50D3-43A0-802E-6F555A00E771}">
      <dgm:prSet phldrT="[Texto]"/>
      <dgm:spPr/>
      <dgm:t>
        <a:bodyPr/>
        <a:lstStyle/>
        <a:p>
          <a:r>
            <a:rPr lang="es-ES" dirty="0"/>
            <a:t>Práctica Tipo B (25%)</a:t>
          </a:r>
          <a:endParaRPr lang="es-PE" dirty="0"/>
        </a:p>
      </dgm:t>
    </dgm:pt>
    <dgm:pt modelId="{9A1D168A-D109-4C39-8A11-F0BF6FDF7AD5}" type="sibTrans" cxnId="{A1A76FFF-3299-43CB-80CD-4FE7DEF4956F}">
      <dgm:prSet/>
      <dgm:spPr/>
      <dgm:t>
        <a:bodyPr/>
        <a:lstStyle/>
        <a:p>
          <a:endParaRPr lang="es-PE"/>
        </a:p>
      </dgm:t>
    </dgm:pt>
    <dgm:pt modelId="{350ABDE8-7542-4DBA-AE57-D55DBC9D44D2}" type="parTrans" cxnId="{A1A76FFF-3299-43CB-80CD-4FE7DEF4956F}">
      <dgm:prSet/>
      <dgm:spPr/>
      <dgm:t>
        <a:bodyPr/>
        <a:lstStyle/>
        <a:p>
          <a:endParaRPr lang="es-PE"/>
        </a:p>
      </dgm:t>
    </dgm:pt>
    <dgm:pt modelId="{45AD9061-2A83-4449-AD87-38C2BCE7F46E}">
      <dgm:prSet phldrT="[Texto]"/>
      <dgm:spPr/>
      <dgm:t>
        <a:bodyPr/>
        <a:lstStyle/>
        <a:p>
          <a:r>
            <a:rPr lang="es-PE" dirty="0"/>
            <a:t>Nota B = Documentación del proyecto</a:t>
          </a:r>
        </a:p>
      </dgm:t>
    </dgm:pt>
    <dgm:pt modelId="{45545551-9665-454B-8A27-8DBFDE7E5AC9}" type="parTrans" cxnId="{16295C47-4405-46A7-9F34-303A6495343C}">
      <dgm:prSet/>
      <dgm:spPr/>
      <dgm:t>
        <a:bodyPr/>
        <a:lstStyle/>
        <a:p>
          <a:endParaRPr lang="es-PE"/>
        </a:p>
      </dgm:t>
    </dgm:pt>
    <dgm:pt modelId="{16ED857B-1F24-4823-959A-DE0382A87CAB}" type="sibTrans" cxnId="{16295C47-4405-46A7-9F34-303A6495343C}">
      <dgm:prSet/>
      <dgm:spPr/>
      <dgm:t>
        <a:bodyPr/>
        <a:lstStyle/>
        <a:p>
          <a:endParaRPr lang="es-PE"/>
        </a:p>
      </dgm:t>
    </dgm:pt>
    <dgm:pt modelId="{40F72729-1C2A-478E-B7FB-2EA1FE3CBBDC}">
      <dgm:prSet phldrT="[Texto]"/>
      <dgm:spPr/>
      <dgm:t>
        <a:bodyPr/>
        <a:lstStyle/>
        <a:p>
          <a:r>
            <a:rPr lang="es-PE" dirty="0"/>
            <a:t>Promedio entre 2 notas (A + B)</a:t>
          </a:r>
        </a:p>
      </dgm:t>
    </dgm:pt>
    <dgm:pt modelId="{8C89E3AE-9F72-4830-97C8-D1B7A889175B}" type="parTrans" cxnId="{3C57D8AD-3336-4875-BCB8-A602F3BC8800}">
      <dgm:prSet/>
      <dgm:spPr/>
      <dgm:t>
        <a:bodyPr/>
        <a:lstStyle/>
        <a:p>
          <a:endParaRPr lang="es-PE"/>
        </a:p>
      </dgm:t>
    </dgm:pt>
    <dgm:pt modelId="{D1BE35CC-8AE5-4323-B165-E3A6416250EC}" type="sibTrans" cxnId="{3C57D8AD-3336-4875-BCB8-A602F3BC8800}">
      <dgm:prSet/>
      <dgm:spPr/>
      <dgm:t>
        <a:bodyPr/>
        <a:lstStyle/>
        <a:p>
          <a:endParaRPr lang="es-PE"/>
        </a:p>
      </dgm:t>
    </dgm:pt>
    <dgm:pt modelId="{5E117D34-5E68-44BF-B3E2-CBA88B44C209}">
      <dgm:prSet phldrT="[Texto]"/>
      <dgm:spPr/>
      <dgm:t>
        <a:bodyPr/>
        <a:lstStyle/>
        <a:p>
          <a:r>
            <a:rPr lang="es-PE" dirty="0"/>
            <a:t>Nota B = Primer avance de JIRA (a revisarse una clase anterior)</a:t>
          </a:r>
        </a:p>
      </dgm:t>
    </dgm:pt>
    <dgm:pt modelId="{F8A060A7-2BC8-474D-BAAC-6437652298BF}" type="parTrans" cxnId="{46C27126-0810-486D-BDE0-8E401C1D9B42}">
      <dgm:prSet/>
      <dgm:spPr/>
      <dgm:t>
        <a:bodyPr/>
        <a:lstStyle/>
        <a:p>
          <a:endParaRPr lang="es-PE"/>
        </a:p>
      </dgm:t>
    </dgm:pt>
    <dgm:pt modelId="{89D5D9B0-33A5-4F4C-859D-0A3D98B3C8B8}" type="sibTrans" cxnId="{46C27126-0810-486D-BDE0-8E401C1D9B42}">
      <dgm:prSet/>
      <dgm:spPr/>
      <dgm:t>
        <a:bodyPr/>
        <a:lstStyle/>
        <a:p>
          <a:endParaRPr lang="es-PE"/>
        </a:p>
      </dgm:t>
    </dgm:pt>
    <dgm:pt modelId="{DE2A0053-6E33-403E-9F4C-6F7F93B0CCFD}">
      <dgm:prSet phldrT="[Texto]"/>
      <dgm:spPr/>
      <dgm:t>
        <a:bodyPr/>
        <a:lstStyle/>
        <a:p>
          <a:r>
            <a:rPr lang="es-PE" dirty="0"/>
            <a:t>Constará de un trabajo previo (análisis)</a:t>
          </a:r>
        </a:p>
      </dgm:t>
    </dgm:pt>
    <dgm:pt modelId="{E43B3B37-EC7D-4AE8-9376-A4BB77196016}" type="parTrans" cxnId="{8C7D6F5E-9F9A-467E-AE67-DDC312FBE916}">
      <dgm:prSet/>
      <dgm:spPr/>
      <dgm:t>
        <a:bodyPr/>
        <a:lstStyle/>
        <a:p>
          <a:endParaRPr lang="es-PE"/>
        </a:p>
      </dgm:t>
    </dgm:pt>
    <dgm:pt modelId="{EBB8B097-1488-41D2-8E40-81D951E457AC}" type="sibTrans" cxnId="{8C7D6F5E-9F9A-467E-AE67-DDC312FBE916}">
      <dgm:prSet/>
      <dgm:spPr/>
      <dgm:t>
        <a:bodyPr/>
        <a:lstStyle/>
        <a:p>
          <a:endParaRPr lang="es-PE"/>
        </a:p>
      </dgm:t>
    </dgm:pt>
    <dgm:pt modelId="{56643C8D-51F3-46EA-BC0D-7556F88DD8E7}">
      <dgm:prSet phldrT="[Texto]"/>
      <dgm:spPr/>
      <dgm:t>
        <a:bodyPr/>
        <a:lstStyle/>
        <a:p>
          <a:r>
            <a:rPr lang="es-ES" dirty="0"/>
            <a:t>Nota A = Presentación parcial del proyecto (Todos los CRUDS completos) + </a:t>
          </a:r>
          <a:r>
            <a:rPr lang="es-ES" dirty="0" err="1"/>
            <a:t>security</a:t>
          </a:r>
          <a:r>
            <a:rPr lang="es-ES" dirty="0"/>
            <a:t> + </a:t>
          </a:r>
          <a:r>
            <a:rPr lang="es-ES" dirty="0" err="1"/>
            <a:t>session</a:t>
          </a:r>
          <a:endParaRPr lang="es-PE" dirty="0"/>
        </a:p>
      </dgm:t>
    </dgm:pt>
    <dgm:pt modelId="{2D38C12C-9EFE-407F-937A-64ACC3B78BFB}" type="parTrans" cxnId="{5280F228-B5F5-418D-B957-5DFE8755B86E}">
      <dgm:prSet/>
      <dgm:spPr/>
      <dgm:t>
        <a:bodyPr/>
        <a:lstStyle/>
        <a:p>
          <a:endParaRPr lang="es-PE"/>
        </a:p>
      </dgm:t>
    </dgm:pt>
    <dgm:pt modelId="{6C80EBD9-4AA0-4CAF-8E7D-C738624A931C}" type="sibTrans" cxnId="{5280F228-B5F5-418D-B957-5DFE8755B86E}">
      <dgm:prSet/>
      <dgm:spPr/>
      <dgm:t>
        <a:bodyPr/>
        <a:lstStyle/>
        <a:p>
          <a:endParaRPr lang="es-PE"/>
        </a:p>
      </dgm:t>
    </dgm:pt>
    <dgm:pt modelId="{05BF9715-D7B6-47DD-A394-4FB4679CE6F5}" type="pres">
      <dgm:prSet presAssocID="{879BBD38-85FB-48A7-8D98-5F24EB89158C}" presName="linear" presStyleCnt="0">
        <dgm:presLayoutVars>
          <dgm:dir/>
          <dgm:animLvl val="lvl"/>
          <dgm:resizeHandles val="exact"/>
        </dgm:presLayoutVars>
      </dgm:prSet>
      <dgm:spPr/>
    </dgm:pt>
    <dgm:pt modelId="{92F87140-ACC7-4863-8BF2-162548DE01C8}" type="pres">
      <dgm:prSet presAssocID="{39D57CBE-F718-41E2-B860-664B268F9C73}" presName="parentLin" presStyleCnt="0"/>
      <dgm:spPr/>
    </dgm:pt>
    <dgm:pt modelId="{04F18138-3647-4640-9AB5-BBE7692CFE82}" type="pres">
      <dgm:prSet presAssocID="{39D57CBE-F718-41E2-B860-664B268F9C73}" presName="parentLeftMargin" presStyleLbl="node1" presStyleIdx="0" presStyleCnt="4"/>
      <dgm:spPr/>
    </dgm:pt>
    <dgm:pt modelId="{7C116495-90E1-400C-91FA-8AE126872D4C}" type="pres">
      <dgm:prSet presAssocID="{39D57CBE-F718-41E2-B860-664B268F9C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7FBF99-09DD-4714-A191-DC6A82E43340}" type="pres">
      <dgm:prSet presAssocID="{39D57CBE-F718-41E2-B860-664B268F9C73}" presName="negativeSpace" presStyleCnt="0"/>
      <dgm:spPr/>
    </dgm:pt>
    <dgm:pt modelId="{884B0346-91E1-44F5-B2D6-5FFA689F240B}" type="pres">
      <dgm:prSet presAssocID="{39D57CBE-F718-41E2-B860-664B268F9C73}" presName="childText" presStyleLbl="conFgAcc1" presStyleIdx="0" presStyleCnt="4">
        <dgm:presLayoutVars>
          <dgm:bulletEnabled val="1"/>
        </dgm:presLayoutVars>
      </dgm:prSet>
      <dgm:spPr/>
    </dgm:pt>
    <dgm:pt modelId="{6A358E14-F0FE-409D-8715-AC2C4382E2D6}" type="pres">
      <dgm:prSet presAssocID="{AAFBFEF8-8DB7-47EA-B086-611858E6D544}" presName="spaceBetweenRectangles" presStyleCnt="0"/>
      <dgm:spPr/>
    </dgm:pt>
    <dgm:pt modelId="{90D8CC64-178E-45CC-AC35-57050B9A05A2}" type="pres">
      <dgm:prSet presAssocID="{86C2DDCE-66B6-49C0-A5F8-2CB9FBC7DF8A}" presName="parentLin" presStyleCnt="0"/>
      <dgm:spPr/>
    </dgm:pt>
    <dgm:pt modelId="{79787DFC-9D84-41C2-A2DF-5EF1EE9497F3}" type="pres">
      <dgm:prSet presAssocID="{86C2DDCE-66B6-49C0-A5F8-2CB9FBC7DF8A}" presName="parentLeftMargin" presStyleLbl="node1" presStyleIdx="0" presStyleCnt="4"/>
      <dgm:spPr/>
    </dgm:pt>
    <dgm:pt modelId="{F4B2E863-B3DF-4840-9DCC-EB43605BE30F}" type="pres">
      <dgm:prSet presAssocID="{86C2DDCE-66B6-49C0-A5F8-2CB9FBC7DF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DF235C-D3F2-4124-BEA4-8A54DB412A6A}" type="pres">
      <dgm:prSet presAssocID="{86C2DDCE-66B6-49C0-A5F8-2CB9FBC7DF8A}" presName="negativeSpace" presStyleCnt="0"/>
      <dgm:spPr/>
    </dgm:pt>
    <dgm:pt modelId="{903A3587-CE14-4DCA-9653-9266D6EB3C4A}" type="pres">
      <dgm:prSet presAssocID="{86C2DDCE-66B6-49C0-A5F8-2CB9FBC7DF8A}" presName="childText" presStyleLbl="conFgAcc1" presStyleIdx="1" presStyleCnt="4">
        <dgm:presLayoutVars>
          <dgm:bulletEnabled val="1"/>
        </dgm:presLayoutVars>
      </dgm:prSet>
      <dgm:spPr/>
    </dgm:pt>
    <dgm:pt modelId="{B6849C3A-7CA2-441B-935A-42D6A2124180}" type="pres">
      <dgm:prSet presAssocID="{1EF86AB7-4AC3-4B45-BD7C-2A33C48C72DD}" presName="spaceBetweenRectangles" presStyleCnt="0"/>
      <dgm:spPr/>
    </dgm:pt>
    <dgm:pt modelId="{F49415BD-A976-475C-BF64-D50A8E17AE31}" type="pres">
      <dgm:prSet presAssocID="{46A7BD69-50D3-43A0-802E-6F555A00E771}" presName="parentLin" presStyleCnt="0"/>
      <dgm:spPr/>
    </dgm:pt>
    <dgm:pt modelId="{CB2AAF99-AB89-42DD-BEC1-BBADA84CAC39}" type="pres">
      <dgm:prSet presAssocID="{46A7BD69-50D3-43A0-802E-6F555A00E771}" presName="parentLeftMargin" presStyleLbl="node1" presStyleIdx="1" presStyleCnt="4"/>
      <dgm:spPr/>
    </dgm:pt>
    <dgm:pt modelId="{5991EFC7-CB4D-4135-9041-628AA1793E61}" type="pres">
      <dgm:prSet presAssocID="{46A7BD69-50D3-43A0-802E-6F555A00E7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3D0672-9945-49DC-9DF7-F064AFC88655}" type="pres">
      <dgm:prSet presAssocID="{46A7BD69-50D3-43A0-802E-6F555A00E771}" presName="negativeSpace" presStyleCnt="0"/>
      <dgm:spPr/>
    </dgm:pt>
    <dgm:pt modelId="{177FDFE2-3F1B-40C5-B357-A9D5B0A022C9}" type="pres">
      <dgm:prSet presAssocID="{46A7BD69-50D3-43A0-802E-6F555A00E771}" presName="childText" presStyleLbl="conFgAcc1" presStyleIdx="2" presStyleCnt="4">
        <dgm:presLayoutVars>
          <dgm:bulletEnabled val="1"/>
        </dgm:presLayoutVars>
      </dgm:prSet>
      <dgm:spPr/>
    </dgm:pt>
    <dgm:pt modelId="{2972C7DB-67EC-4423-A04D-147754715AE3}" type="pres">
      <dgm:prSet presAssocID="{9A1D168A-D109-4C39-8A11-F0BF6FDF7AD5}" presName="spaceBetweenRectangles" presStyleCnt="0"/>
      <dgm:spPr/>
    </dgm:pt>
    <dgm:pt modelId="{DF0C85EE-7277-46F9-A4D1-FEF4DCDB6831}" type="pres">
      <dgm:prSet presAssocID="{F7AEB83C-36EC-46BF-A4C2-A0EAD4AC89A0}" presName="parentLin" presStyleCnt="0"/>
      <dgm:spPr/>
    </dgm:pt>
    <dgm:pt modelId="{572AD068-1BAB-4FF6-9E8D-3175CAE4F4F7}" type="pres">
      <dgm:prSet presAssocID="{F7AEB83C-36EC-46BF-A4C2-A0EAD4AC89A0}" presName="parentLeftMargin" presStyleLbl="node1" presStyleIdx="2" presStyleCnt="4"/>
      <dgm:spPr/>
    </dgm:pt>
    <dgm:pt modelId="{6D69C9C5-1C21-48E3-B19C-54608215A3B2}" type="pres">
      <dgm:prSet presAssocID="{F7AEB83C-36EC-46BF-A4C2-A0EAD4AC89A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8DB3F39-EE43-4DC9-8B49-E96DEB66BA84}" type="pres">
      <dgm:prSet presAssocID="{F7AEB83C-36EC-46BF-A4C2-A0EAD4AC89A0}" presName="negativeSpace" presStyleCnt="0"/>
      <dgm:spPr/>
    </dgm:pt>
    <dgm:pt modelId="{3B729C05-AD0A-45EE-B335-3D2A9BF9FE68}" type="pres">
      <dgm:prSet presAssocID="{F7AEB83C-36EC-46BF-A4C2-A0EAD4AC89A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150316-0B02-4CDA-A624-EFC5ADA3EAD5}" srcId="{86C2DDCE-66B6-49C0-A5F8-2CB9FBC7DF8A}" destId="{90F1CFF7-8C16-47F3-8886-CF5F1387C490}" srcOrd="0" destOrd="0" parTransId="{BF815276-7F50-49DD-8366-A46CCD8F4B00}" sibTransId="{CE62AD23-2489-4D2D-8EAA-277860270304}"/>
    <dgm:cxn modelId="{51467F20-19FC-4662-8D65-67786C83D5B1}" type="presOf" srcId="{45AD9061-2A83-4449-AD87-38C2BCE7F46E}" destId="{903A3587-CE14-4DCA-9653-9266D6EB3C4A}" srcOrd="0" destOrd="2" presId="urn:microsoft.com/office/officeart/2005/8/layout/list1"/>
    <dgm:cxn modelId="{46C27126-0810-486D-BDE0-8E401C1D9B42}" srcId="{F7AEB83C-36EC-46BF-A4C2-A0EAD4AC89A0}" destId="{5E117D34-5E68-44BF-B3E2-CBA88B44C209}" srcOrd="2" destOrd="0" parTransId="{F8A060A7-2BC8-474D-BAAC-6437652298BF}" sibTransId="{89D5D9B0-33A5-4F4C-859D-0A3D98B3C8B8}"/>
    <dgm:cxn modelId="{5280F228-B5F5-418D-B957-5DFE8755B86E}" srcId="{F7AEB83C-36EC-46BF-A4C2-A0EAD4AC89A0}" destId="{56643C8D-51F3-46EA-BC0D-7556F88DD8E7}" srcOrd="1" destOrd="0" parTransId="{2D38C12C-9EFE-407F-937A-64ACC3B78BFB}" sibTransId="{6C80EBD9-4AA0-4CAF-8E7D-C738624A931C}"/>
    <dgm:cxn modelId="{1B409A2C-1DBF-4B93-BFD2-2A26C444C518}" srcId="{86C2DDCE-66B6-49C0-A5F8-2CB9FBC7DF8A}" destId="{926A4835-BCDE-45AD-9306-DB2654F283C9}" srcOrd="1" destOrd="0" parTransId="{C17C6B62-04E5-487D-A51A-8A6DFA047E16}" sibTransId="{45C80908-6DDA-4B79-8945-4F527AE9F39E}"/>
    <dgm:cxn modelId="{47F89839-070E-40E8-BE9F-3C134B4E4ACB}" srcId="{39D57CBE-F718-41E2-B860-664B268F9C73}" destId="{F9AF0808-117F-4CB5-92B9-75C19D730EB8}" srcOrd="1" destOrd="0" parTransId="{A09F1673-0DA0-496D-96A6-7549F6E4EDAC}" sibTransId="{02D03456-6343-4F57-A699-E6DD29D21EB2}"/>
    <dgm:cxn modelId="{8C7D6F5E-9F9A-467E-AE67-DDC312FBE916}" srcId="{46A7BD69-50D3-43A0-802E-6F555A00E771}" destId="{DE2A0053-6E33-403E-9F4C-6F7F93B0CCFD}" srcOrd="1" destOrd="0" parTransId="{E43B3B37-EC7D-4AE8-9376-A4BB77196016}" sibTransId="{EBB8B097-1488-41D2-8E40-81D951E457AC}"/>
    <dgm:cxn modelId="{3DB5865F-4F77-4B15-93EC-C0696978703F}" type="presOf" srcId="{46A7BD69-50D3-43A0-802E-6F555A00E771}" destId="{CB2AAF99-AB89-42DD-BEC1-BBADA84CAC39}" srcOrd="0" destOrd="0" presId="urn:microsoft.com/office/officeart/2005/8/layout/list1"/>
    <dgm:cxn modelId="{16295C47-4405-46A7-9F34-303A6495343C}" srcId="{86C2DDCE-66B6-49C0-A5F8-2CB9FBC7DF8A}" destId="{45AD9061-2A83-4449-AD87-38C2BCE7F46E}" srcOrd="2" destOrd="0" parTransId="{45545551-9665-454B-8A27-8DBFDE7E5AC9}" sibTransId="{16ED857B-1F24-4823-959A-DE0382A87CAB}"/>
    <dgm:cxn modelId="{C16BF248-4F62-409B-AF82-83184551A34A}" srcId="{46A7BD69-50D3-43A0-802E-6F555A00E771}" destId="{AE4C60B5-AB9B-48FC-A755-3E9D6E364202}" srcOrd="0" destOrd="0" parTransId="{B445127F-5896-4E74-A750-898EA6F6ACB6}" sibTransId="{49C1B01B-8A3C-49C5-8808-10031C028311}"/>
    <dgm:cxn modelId="{A3C43C6D-ADE9-4452-8DB5-BA951257C735}" srcId="{879BBD38-85FB-48A7-8D98-5F24EB89158C}" destId="{39D57CBE-F718-41E2-B860-664B268F9C73}" srcOrd="0" destOrd="0" parTransId="{E32430E1-05AE-4D14-B40B-DCA71E183076}" sibTransId="{AAFBFEF8-8DB7-47EA-B086-611858E6D544}"/>
    <dgm:cxn modelId="{E065576F-D11C-4232-ADC8-B9DA5942EA59}" srcId="{879BBD38-85FB-48A7-8D98-5F24EB89158C}" destId="{F7AEB83C-36EC-46BF-A4C2-A0EAD4AC89A0}" srcOrd="3" destOrd="0" parTransId="{75C2A23D-FFCE-401A-A3BD-CD4FB838D81A}" sibTransId="{75AB1483-0E4F-46AB-91B2-B442950C66E4}"/>
    <dgm:cxn modelId="{6106DF4F-DA1E-4CED-9766-516D6343032C}" type="presOf" srcId="{AE4C60B5-AB9B-48FC-A755-3E9D6E364202}" destId="{177FDFE2-3F1B-40C5-B357-A9D5B0A022C9}" srcOrd="0" destOrd="0" presId="urn:microsoft.com/office/officeart/2005/8/layout/list1"/>
    <dgm:cxn modelId="{A1D51754-55FB-4F8E-A456-BD1DE3C5163B}" type="presOf" srcId="{43E659B4-7FFA-4714-ACAD-7EB9EE2E9C05}" destId="{884B0346-91E1-44F5-B2D6-5FFA689F240B}" srcOrd="0" destOrd="2" presId="urn:microsoft.com/office/officeart/2005/8/layout/list1"/>
    <dgm:cxn modelId="{421DAD55-A7E9-4009-91DF-3E8715F860B2}" type="presOf" srcId="{56643C8D-51F3-46EA-BC0D-7556F88DD8E7}" destId="{3B729C05-AD0A-45EE-B335-3D2A9BF9FE68}" srcOrd="0" destOrd="1" presId="urn:microsoft.com/office/officeart/2005/8/layout/list1"/>
    <dgm:cxn modelId="{7789E278-DEDB-4713-AB71-4D9FF996B1E1}" type="presOf" srcId="{90F1CFF7-8C16-47F3-8886-CF5F1387C490}" destId="{903A3587-CE14-4DCA-9653-9266D6EB3C4A}" srcOrd="0" destOrd="0" presId="urn:microsoft.com/office/officeart/2005/8/layout/list1"/>
    <dgm:cxn modelId="{3EF2CD80-68C5-4DA5-8EFC-8FEE8B324D02}" type="presOf" srcId="{879BBD38-85FB-48A7-8D98-5F24EB89158C}" destId="{05BF9715-D7B6-47DD-A394-4FB4679CE6F5}" srcOrd="0" destOrd="0" presId="urn:microsoft.com/office/officeart/2005/8/layout/list1"/>
    <dgm:cxn modelId="{BA51D580-4FA4-42B0-8D6C-F6E8D24C8906}" srcId="{879BBD38-85FB-48A7-8D98-5F24EB89158C}" destId="{86C2DDCE-66B6-49C0-A5F8-2CB9FBC7DF8A}" srcOrd="1" destOrd="0" parTransId="{927E1EA2-69D4-4CAE-A9CA-C4C1A843B2F8}" sibTransId="{1EF86AB7-4AC3-4B45-BD7C-2A33C48C72DD}"/>
    <dgm:cxn modelId="{8B444588-19DA-47FD-8C50-58ED83F0FF70}" type="presOf" srcId="{86C2DDCE-66B6-49C0-A5F8-2CB9FBC7DF8A}" destId="{79787DFC-9D84-41C2-A2DF-5EF1EE9497F3}" srcOrd="0" destOrd="0" presId="urn:microsoft.com/office/officeart/2005/8/layout/list1"/>
    <dgm:cxn modelId="{F825C28C-7E29-49DE-A38B-FB95BB2546E4}" type="presOf" srcId="{86C2DDCE-66B6-49C0-A5F8-2CB9FBC7DF8A}" destId="{F4B2E863-B3DF-4840-9DCC-EB43605BE30F}" srcOrd="1" destOrd="0" presId="urn:microsoft.com/office/officeart/2005/8/layout/list1"/>
    <dgm:cxn modelId="{4076F78D-51A4-469E-B4A3-2DAFA0890C5D}" type="presOf" srcId="{5E117D34-5E68-44BF-B3E2-CBA88B44C209}" destId="{3B729C05-AD0A-45EE-B335-3D2A9BF9FE68}" srcOrd="0" destOrd="2" presId="urn:microsoft.com/office/officeart/2005/8/layout/list1"/>
    <dgm:cxn modelId="{11361D9F-0047-402C-9DDE-D48A3904A1F3}" type="presOf" srcId="{F9AF0808-117F-4CB5-92B9-75C19D730EB8}" destId="{884B0346-91E1-44F5-B2D6-5FFA689F240B}" srcOrd="0" destOrd="1" presId="urn:microsoft.com/office/officeart/2005/8/layout/list1"/>
    <dgm:cxn modelId="{FB21B6A1-3730-4360-BFE4-0A5B4A179343}" type="presOf" srcId="{F7AEB83C-36EC-46BF-A4C2-A0EAD4AC89A0}" destId="{572AD068-1BAB-4FF6-9E8D-3175CAE4F4F7}" srcOrd="0" destOrd="0" presId="urn:microsoft.com/office/officeart/2005/8/layout/list1"/>
    <dgm:cxn modelId="{81BFB9A3-D846-4C0C-BB05-8F8540385F81}" type="presOf" srcId="{926A4835-BCDE-45AD-9306-DB2654F283C9}" destId="{903A3587-CE14-4DCA-9653-9266D6EB3C4A}" srcOrd="0" destOrd="1" presId="urn:microsoft.com/office/officeart/2005/8/layout/list1"/>
    <dgm:cxn modelId="{CB5EE1A4-2EDC-468B-8056-9892BAF451CA}" type="presOf" srcId="{39D57CBE-F718-41E2-B860-664B268F9C73}" destId="{7C116495-90E1-400C-91FA-8AE126872D4C}" srcOrd="1" destOrd="0" presId="urn:microsoft.com/office/officeart/2005/8/layout/list1"/>
    <dgm:cxn modelId="{3C57D8AD-3336-4875-BCB8-A602F3BC8800}" srcId="{39D57CBE-F718-41E2-B860-664B268F9C73}" destId="{40F72729-1C2A-478E-B7FB-2EA1FE3CBBDC}" srcOrd="0" destOrd="0" parTransId="{8C89E3AE-9F72-4830-97C8-D1B7A889175B}" sibTransId="{D1BE35CC-8AE5-4323-B165-E3A6416250EC}"/>
    <dgm:cxn modelId="{AC6B6DBD-8E16-43B2-8037-C3616BC67E5A}" type="presOf" srcId="{46A7BD69-50D3-43A0-802E-6F555A00E771}" destId="{5991EFC7-CB4D-4135-9041-628AA1793E61}" srcOrd="1" destOrd="0" presId="urn:microsoft.com/office/officeart/2005/8/layout/list1"/>
    <dgm:cxn modelId="{AB7784C0-5B35-44D4-B87B-8E4F681FCBE2}" type="presOf" srcId="{39D57CBE-F718-41E2-B860-664B268F9C73}" destId="{04F18138-3647-4640-9AB5-BBE7692CFE82}" srcOrd="0" destOrd="0" presId="urn:microsoft.com/office/officeart/2005/8/layout/list1"/>
    <dgm:cxn modelId="{DB107BC7-CAA4-4EF7-B0A3-5DD118FC2836}" type="presOf" srcId="{F7AEB83C-36EC-46BF-A4C2-A0EAD4AC89A0}" destId="{6D69C9C5-1C21-48E3-B19C-54608215A3B2}" srcOrd="1" destOrd="0" presId="urn:microsoft.com/office/officeart/2005/8/layout/list1"/>
    <dgm:cxn modelId="{C4FB05DC-2D16-4B86-9402-A26276C08D9D}" type="presOf" srcId="{DE2A0053-6E33-403E-9F4C-6F7F93B0CCFD}" destId="{177FDFE2-3F1B-40C5-B357-A9D5B0A022C9}" srcOrd="0" destOrd="1" presId="urn:microsoft.com/office/officeart/2005/8/layout/list1"/>
    <dgm:cxn modelId="{C5DA84DD-235D-49C4-AC16-DC4E1D6B0905}" type="presOf" srcId="{C81F97FA-4CA0-4D41-86BB-FFB19BC3CCEE}" destId="{3B729C05-AD0A-45EE-B335-3D2A9BF9FE68}" srcOrd="0" destOrd="0" presId="urn:microsoft.com/office/officeart/2005/8/layout/list1"/>
    <dgm:cxn modelId="{AB0D05DE-B592-4AF3-A7AC-43CE4C31913C}" srcId="{F7AEB83C-36EC-46BF-A4C2-A0EAD4AC89A0}" destId="{C81F97FA-4CA0-4D41-86BB-FFB19BC3CCEE}" srcOrd="0" destOrd="0" parTransId="{0E160209-EA49-4A1C-B075-DE0044E67591}" sibTransId="{19FCB255-C96C-4A51-A680-4D2C026C9C25}"/>
    <dgm:cxn modelId="{F3450BEF-4C11-4756-A03F-122E71068D99}" type="presOf" srcId="{40F72729-1C2A-478E-B7FB-2EA1FE3CBBDC}" destId="{884B0346-91E1-44F5-B2D6-5FFA689F240B}" srcOrd="0" destOrd="0" presId="urn:microsoft.com/office/officeart/2005/8/layout/list1"/>
    <dgm:cxn modelId="{DA3216FA-C199-4F07-8D4B-1DB3F7A48CB0}" srcId="{39D57CBE-F718-41E2-B860-664B268F9C73}" destId="{43E659B4-7FFA-4714-ACAD-7EB9EE2E9C05}" srcOrd="2" destOrd="0" parTransId="{A7F66879-9550-43AA-8F84-A3E965E4F482}" sibTransId="{F0BC30F5-9D14-4095-8F47-893E754711F7}"/>
    <dgm:cxn modelId="{A1A76FFF-3299-43CB-80CD-4FE7DEF4956F}" srcId="{879BBD38-85FB-48A7-8D98-5F24EB89158C}" destId="{46A7BD69-50D3-43A0-802E-6F555A00E771}" srcOrd="2" destOrd="0" parTransId="{350ABDE8-7542-4DBA-AE57-D55DBC9D44D2}" sibTransId="{9A1D168A-D109-4C39-8A11-F0BF6FDF7AD5}"/>
    <dgm:cxn modelId="{A478FF6F-6262-45D1-899E-1DC52046D9BD}" type="presParOf" srcId="{05BF9715-D7B6-47DD-A394-4FB4679CE6F5}" destId="{92F87140-ACC7-4863-8BF2-162548DE01C8}" srcOrd="0" destOrd="0" presId="urn:microsoft.com/office/officeart/2005/8/layout/list1"/>
    <dgm:cxn modelId="{6944FEC7-9B80-42C3-BE78-DC932E873CCE}" type="presParOf" srcId="{92F87140-ACC7-4863-8BF2-162548DE01C8}" destId="{04F18138-3647-4640-9AB5-BBE7692CFE82}" srcOrd="0" destOrd="0" presId="urn:microsoft.com/office/officeart/2005/8/layout/list1"/>
    <dgm:cxn modelId="{2E2E4C03-5A58-4C8C-9B17-952BD41F7435}" type="presParOf" srcId="{92F87140-ACC7-4863-8BF2-162548DE01C8}" destId="{7C116495-90E1-400C-91FA-8AE126872D4C}" srcOrd="1" destOrd="0" presId="urn:microsoft.com/office/officeart/2005/8/layout/list1"/>
    <dgm:cxn modelId="{BE717B67-7818-4884-B272-309CAC199E09}" type="presParOf" srcId="{05BF9715-D7B6-47DD-A394-4FB4679CE6F5}" destId="{307FBF99-09DD-4714-A191-DC6A82E43340}" srcOrd="1" destOrd="0" presId="urn:microsoft.com/office/officeart/2005/8/layout/list1"/>
    <dgm:cxn modelId="{A2BF0F40-2045-4F54-B23C-0CA9C5688E02}" type="presParOf" srcId="{05BF9715-D7B6-47DD-A394-4FB4679CE6F5}" destId="{884B0346-91E1-44F5-B2D6-5FFA689F240B}" srcOrd="2" destOrd="0" presId="urn:microsoft.com/office/officeart/2005/8/layout/list1"/>
    <dgm:cxn modelId="{79D9CAA2-F25C-445B-B39D-E54C08AC1BDA}" type="presParOf" srcId="{05BF9715-D7B6-47DD-A394-4FB4679CE6F5}" destId="{6A358E14-F0FE-409D-8715-AC2C4382E2D6}" srcOrd="3" destOrd="0" presId="urn:microsoft.com/office/officeart/2005/8/layout/list1"/>
    <dgm:cxn modelId="{B779EB6E-D1D1-45FF-9125-561ABDD758FB}" type="presParOf" srcId="{05BF9715-D7B6-47DD-A394-4FB4679CE6F5}" destId="{90D8CC64-178E-45CC-AC35-57050B9A05A2}" srcOrd="4" destOrd="0" presId="urn:microsoft.com/office/officeart/2005/8/layout/list1"/>
    <dgm:cxn modelId="{AC5D9E8C-BF6D-448B-85DD-A6705A5F3ADB}" type="presParOf" srcId="{90D8CC64-178E-45CC-AC35-57050B9A05A2}" destId="{79787DFC-9D84-41C2-A2DF-5EF1EE9497F3}" srcOrd="0" destOrd="0" presId="urn:microsoft.com/office/officeart/2005/8/layout/list1"/>
    <dgm:cxn modelId="{8DC8D4AB-1784-41C0-9B92-F4B60A7D9851}" type="presParOf" srcId="{90D8CC64-178E-45CC-AC35-57050B9A05A2}" destId="{F4B2E863-B3DF-4840-9DCC-EB43605BE30F}" srcOrd="1" destOrd="0" presId="urn:microsoft.com/office/officeart/2005/8/layout/list1"/>
    <dgm:cxn modelId="{5779F347-1CE0-4EF3-8991-591B3A63B42E}" type="presParOf" srcId="{05BF9715-D7B6-47DD-A394-4FB4679CE6F5}" destId="{BFDF235C-D3F2-4124-BEA4-8A54DB412A6A}" srcOrd="5" destOrd="0" presId="urn:microsoft.com/office/officeart/2005/8/layout/list1"/>
    <dgm:cxn modelId="{64C45323-1F91-4456-9105-7DE64016835B}" type="presParOf" srcId="{05BF9715-D7B6-47DD-A394-4FB4679CE6F5}" destId="{903A3587-CE14-4DCA-9653-9266D6EB3C4A}" srcOrd="6" destOrd="0" presId="urn:microsoft.com/office/officeart/2005/8/layout/list1"/>
    <dgm:cxn modelId="{BE46BC6B-D7E5-49D1-AA56-0364F109957B}" type="presParOf" srcId="{05BF9715-D7B6-47DD-A394-4FB4679CE6F5}" destId="{B6849C3A-7CA2-441B-935A-42D6A2124180}" srcOrd="7" destOrd="0" presId="urn:microsoft.com/office/officeart/2005/8/layout/list1"/>
    <dgm:cxn modelId="{826A64DE-8176-4192-9EA2-225976E904C3}" type="presParOf" srcId="{05BF9715-D7B6-47DD-A394-4FB4679CE6F5}" destId="{F49415BD-A976-475C-BF64-D50A8E17AE31}" srcOrd="8" destOrd="0" presId="urn:microsoft.com/office/officeart/2005/8/layout/list1"/>
    <dgm:cxn modelId="{1145238F-98C0-4622-9556-AFC1D6D0CDAA}" type="presParOf" srcId="{F49415BD-A976-475C-BF64-D50A8E17AE31}" destId="{CB2AAF99-AB89-42DD-BEC1-BBADA84CAC39}" srcOrd="0" destOrd="0" presId="urn:microsoft.com/office/officeart/2005/8/layout/list1"/>
    <dgm:cxn modelId="{610EF6F4-D52A-4B9F-8340-2B4C53D4A2DA}" type="presParOf" srcId="{F49415BD-A976-475C-BF64-D50A8E17AE31}" destId="{5991EFC7-CB4D-4135-9041-628AA1793E61}" srcOrd="1" destOrd="0" presId="urn:microsoft.com/office/officeart/2005/8/layout/list1"/>
    <dgm:cxn modelId="{E83588F9-08BB-4BED-91FF-BFC77542BDE6}" type="presParOf" srcId="{05BF9715-D7B6-47DD-A394-4FB4679CE6F5}" destId="{8F3D0672-9945-49DC-9DF7-F064AFC88655}" srcOrd="9" destOrd="0" presId="urn:microsoft.com/office/officeart/2005/8/layout/list1"/>
    <dgm:cxn modelId="{71202466-02A9-43A3-B564-574E7BC022F9}" type="presParOf" srcId="{05BF9715-D7B6-47DD-A394-4FB4679CE6F5}" destId="{177FDFE2-3F1B-40C5-B357-A9D5B0A022C9}" srcOrd="10" destOrd="0" presId="urn:microsoft.com/office/officeart/2005/8/layout/list1"/>
    <dgm:cxn modelId="{7CA18912-B233-456B-8E3C-600F80A5A451}" type="presParOf" srcId="{05BF9715-D7B6-47DD-A394-4FB4679CE6F5}" destId="{2972C7DB-67EC-4423-A04D-147754715AE3}" srcOrd="11" destOrd="0" presId="urn:microsoft.com/office/officeart/2005/8/layout/list1"/>
    <dgm:cxn modelId="{878E79D3-FB6F-49CA-B264-A6E84892813A}" type="presParOf" srcId="{05BF9715-D7B6-47DD-A394-4FB4679CE6F5}" destId="{DF0C85EE-7277-46F9-A4D1-FEF4DCDB6831}" srcOrd="12" destOrd="0" presId="urn:microsoft.com/office/officeart/2005/8/layout/list1"/>
    <dgm:cxn modelId="{EBD63AD6-D175-42D9-8AE5-53B0F008986F}" type="presParOf" srcId="{DF0C85EE-7277-46F9-A4D1-FEF4DCDB6831}" destId="{572AD068-1BAB-4FF6-9E8D-3175CAE4F4F7}" srcOrd="0" destOrd="0" presId="urn:microsoft.com/office/officeart/2005/8/layout/list1"/>
    <dgm:cxn modelId="{B49D9EB6-36C6-4641-AC2A-2F6B0B6D2736}" type="presParOf" srcId="{DF0C85EE-7277-46F9-A4D1-FEF4DCDB6831}" destId="{6D69C9C5-1C21-48E3-B19C-54608215A3B2}" srcOrd="1" destOrd="0" presId="urn:microsoft.com/office/officeart/2005/8/layout/list1"/>
    <dgm:cxn modelId="{1A9F921D-6F25-4475-93CE-8DDF41BAE277}" type="presParOf" srcId="{05BF9715-D7B6-47DD-A394-4FB4679CE6F5}" destId="{48DB3F39-EE43-4DC9-8B49-E96DEB66BA84}" srcOrd="13" destOrd="0" presId="urn:microsoft.com/office/officeart/2005/8/layout/list1"/>
    <dgm:cxn modelId="{A27917E6-44E5-4887-B275-DA570C2DF102}" type="presParOf" srcId="{05BF9715-D7B6-47DD-A394-4FB4679CE6F5}" destId="{3B729C05-AD0A-45EE-B335-3D2A9BF9FE6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B0346-91E1-44F5-B2D6-5FFA689F240B}">
      <dsp:nvSpPr>
        <dsp:cNvPr id="0" name=""/>
        <dsp:cNvSpPr/>
      </dsp:nvSpPr>
      <dsp:spPr>
        <a:xfrm>
          <a:off x="0" y="188667"/>
          <a:ext cx="9834841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93" tIns="229108" rIns="76329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Promedio entre 2 notas (A + B)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Nota A = Parte Teórico/Práctico (10ptos) + Presentación Final (10ptos) – La presentación final esta afectado por la autoevaluación</a:t>
          </a:r>
          <a:endParaRPr lang="es-P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Nota B = Segundo Avance de JIRA (20ptos)</a:t>
          </a:r>
        </a:p>
      </dsp:txBody>
      <dsp:txXfrm>
        <a:off x="0" y="188667"/>
        <a:ext cx="9834841" cy="796950"/>
      </dsp:txXfrm>
    </dsp:sp>
    <dsp:sp modelId="{7C116495-90E1-400C-91FA-8AE126872D4C}">
      <dsp:nvSpPr>
        <dsp:cNvPr id="0" name=""/>
        <dsp:cNvSpPr/>
      </dsp:nvSpPr>
      <dsp:spPr>
        <a:xfrm>
          <a:off x="491742" y="26307"/>
          <a:ext cx="6884388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14" tIns="0" rIns="26021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Examen Final (40%)</a:t>
          </a:r>
          <a:endParaRPr lang="es-PE" sz="1100" kern="1200" dirty="0"/>
        </a:p>
      </dsp:txBody>
      <dsp:txXfrm>
        <a:off x="507594" y="42159"/>
        <a:ext cx="6852684" cy="293016"/>
      </dsp:txXfrm>
    </dsp:sp>
    <dsp:sp modelId="{903A3587-CE14-4DCA-9653-9266D6EB3C4A}">
      <dsp:nvSpPr>
        <dsp:cNvPr id="0" name=""/>
        <dsp:cNvSpPr/>
      </dsp:nvSpPr>
      <dsp:spPr>
        <a:xfrm>
          <a:off x="0" y="1207377"/>
          <a:ext cx="9834841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93" tIns="229108" rIns="76329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Promedio entre 2 notas (A + B)</a:t>
          </a:r>
          <a:endParaRPr lang="es-P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Nota A = promedio de entregables (avances de proyecto) + Participación en Clase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Nota B = Documentación del proyecto</a:t>
          </a:r>
        </a:p>
      </dsp:txBody>
      <dsp:txXfrm>
        <a:off x="0" y="1207377"/>
        <a:ext cx="9834841" cy="796950"/>
      </dsp:txXfrm>
    </dsp:sp>
    <dsp:sp modelId="{F4B2E863-B3DF-4840-9DCC-EB43605BE30F}">
      <dsp:nvSpPr>
        <dsp:cNvPr id="0" name=""/>
        <dsp:cNvSpPr/>
      </dsp:nvSpPr>
      <dsp:spPr>
        <a:xfrm>
          <a:off x="491742" y="1045017"/>
          <a:ext cx="6884388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14" tIns="0" rIns="26021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Tarea Académica (15%)</a:t>
          </a:r>
          <a:endParaRPr lang="es-PE" sz="1100" kern="1200" dirty="0"/>
        </a:p>
      </dsp:txBody>
      <dsp:txXfrm>
        <a:off x="507594" y="1060869"/>
        <a:ext cx="6852684" cy="293016"/>
      </dsp:txXfrm>
    </dsp:sp>
    <dsp:sp modelId="{177FDFE2-3F1B-40C5-B357-A9D5B0A022C9}">
      <dsp:nvSpPr>
        <dsp:cNvPr id="0" name=""/>
        <dsp:cNvSpPr/>
      </dsp:nvSpPr>
      <dsp:spPr>
        <a:xfrm>
          <a:off x="0" y="2226087"/>
          <a:ext cx="9834841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93" tIns="229108" rIns="76329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Promedio de 10 laboratorios (ninguna nota es eliminable)</a:t>
          </a:r>
          <a:endParaRPr lang="es-P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Constará de un trabajo previo (análisis)</a:t>
          </a:r>
        </a:p>
      </dsp:txBody>
      <dsp:txXfrm>
        <a:off x="0" y="2226087"/>
        <a:ext cx="9834841" cy="623700"/>
      </dsp:txXfrm>
    </dsp:sp>
    <dsp:sp modelId="{5991EFC7-CB4D-4135-9041-628AA1793E61}">
      <dsp:nvSpPr>
        <dsp:cNvPr id="0" name=""/>
        <dsp:cNvSpPr/>
      </dsp:nvSpPr>
      <dsp:spPr>
        <a:xfrm>
          <a:off x="491742" y="2063727"/>
          <a:ext cx="6884388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14" tIns="0" rIns="26021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Práctica Tipo B (25%)</a:t>
          </a:r>
          <a:endParaRPr lang="es-PE" sz="1100" kern="1200" dirty="0"/>
        </a:p>
      </dsp:txBody>
      <dsp:txXfrm>
        <a:off x="507594" y="2079579"/>
        <a:ext cx="6852684" cy="293016"/>
      </dsp:txXfrm>
    </dsp:sp>
    <dsp:sp modelId="{3B729C05-AD0A-45EE-B335-3D2A9BF9FE68}">
      <dsp:nvSpPr>
        <dsp:cNvPr id="0" name=""/>
        <dsp:cNvSpPr/>
      </dsp:nvSpPr>
      <dsp:spPr>
        <a:xfrm>
          <a:off x="0" y="3071547"/>
          <a:ext cx="9834841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93" tIns="229108" rIns="76329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Promedio entre 2 notas (A+B)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Nota A = Presentación parcial del proyecto (Todos los CRUDS completos) + </a:t>
          </a:r>
          <a:r>
            <a:rPr lang="es-ES" sz="1100" kern="1200" dirty="0" err="1"/>
            <a:t>security</a:t>
          </a:r>
          <a:r>
            <a:rPr lang="es-ES" sz="1100" kern="1200" dirty="0"/>
            <a:t> + </a:t>
          </a:r>
          <a:r>
            <a:rPr lang="es-ES" sz="1100" kern="1200" dirty="0" err="1"/>
            <a:t>session</a:t>
          </a:r>
          <a:endParaRPr lang="es-P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100" kern="1200" dirty="0"/>
            <a:t>Nota B = Primer avance de JIRA (a revisarse una clase anterior)</a:t>
          </a:r>
        </a:p>
      </dsp:txBody>
      <dsp:txXfrm>
        <a:off x="0" y="3071547"/>
        <a:ext cx="9834841" cy="796950"/>
      </dsp:txXfrm>
    </dsp:sp>
    <dsp:sp modelId="{6D69C9C5-1C21-48E3-B19C-54608215A3B2}">
      <dsp:nvSpPr>
        <dsp:cNvPr id="0" name=""/>
        <dsp:cNvSpPr/>
      </dsp:nvSpPr>
      <dsp:spPr>
        <a:xfrm>
          <a:off x="491742" y="2909187"/>
          <a:ext cx="6884388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14" tIns="0" rIns="26021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Examen Parcial (20%)</a:t>
          </a:r>
          <a:endParaRPr lang="es-PE" sz="1100" kern="1200" dirty="0"/>
        </a:p>
      </dsp:txBody>
      <dsp:txXfrm>
        <a:off x="507594" y="2925039"/>
        <a:ext cx="6852684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a7583cea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25a7583cea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753690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20709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5183200" y="987425"/>
            <a:ext cx="6172200" cy="28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342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63409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7325527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180281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110433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1224374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288074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4631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 sz="3200" dirty="0"/>
              <a:t>Introducción al curso</a:t>
            </a:r>
            <a:endParaRPr sz="32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endParaRPr dirty="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endParaRPr dirty="0"/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PE" dirty="0"/>
              <a:t>Gestión de Servicios TICS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839809" y="457200"/>
            <a:ext cx="5368486" cy="89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Rúbricas</a:t>
            </a:r>
            <a:endParaRPr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4" name="Marcador de contenido 5">
            <a:extLst>
              <a:ext uri="{FF2B5EF4-FFF2-40B4-BE49-F238E27FC236}">
                <a16:creationId xmlns:a16="http://schemas.microsoft.com/office/drawing/2014/main" id="{71474EA2-202C-70B1-6BC3-22CF01BE87B3}"/>
              </a:ext>
            </a:extLst>
          </p:cNvPr>
          <p:cNvSpPr txBox="1">
            <a:spLocks/>
          </p:cNvSpPr>
          <p:nvPr/>
        </p:nvSpPr>
        <p:spPr>
          <a:xfrm>
            <a:off x="607194" y="1214286"/>
            <a:ext cx="9716589" cy="60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kern="0"/>
              <a:t>Nota Final = </a:t>
            </a:r>
            <a:r>
              <a:rPr lang="es-ES" b="1" kern="0"/>
              <a:t>(40EF + 20EP + 15TA + 25PB)/100</a:t>
            </a:r>
            <a:endParaRPr lang="es-ES" b="1" kern="0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F86A3CA-12C1-A58C-F0E7-6C6904103B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0877960"/>
              </p:ext>
            </p:extLst>
          </p:nvPr>
        </p:nvGraphicFramePr>
        <p:xfrm>
          <a:off x="1178579" y="1648687"/>
          <a:ext cx="9834841" cy="3894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FD2F7-46BA-8444-12DA-6D617BFD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Framework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F9F5EC-07F9-9541-D800-88FB211453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pic>
        <p:nvPicPr>
          <p:cNvPr id="6" name="Google Shape;83;p15">
            <a:extLst>
              <a:ext uri="{FF2B5EF4-FFF2-40B4-BE49-F238E27FC236}">
                <a16:creationId xmlns:a16="http://schemas.microsoft.com/office/drawing/2014/main" id="{3773128C-F39D-0546-8842-E00662E316E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4092" y="4272620"/>
            <a:ext cx="1447607" cy="14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2;p15">
            <a:extLst>
              <a:ext uri="{FF2B5EF4-FFF2-40B4-BE49-F238E27FC236}">
                <a16:creationId xmlns:a16="http://schemas.microsoft.com/office/drawing/2014/main" id="{D371D3C4-1578-34C4-8A41-307D5BA76C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1104" y="3153938"/>
            <a:ext cx="2065987" cy="96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2;p15">
            <a:extLst>
              <a:ext uri="{FF2B5EF4-FFF2-40B4-BE49-F238E27FC236}">
                <a16:creationId xmlns:a16="http://schemas.microsoft.com/office/drawing/2014/main" id="{B06ED148-238D-ACD8-0E3B-132BA66FBD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752" y="2243122"/>
            <a:ext cx="3581857" cy="1877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4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2A4F8-B3E1-38D9-E43A-C913062C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Javascript</a:t>
            </a:r>
            <a:r>
              <a:rPr lang="es-ES" dirty="0"/>
              <a:t>, jQuery &amp; Ajax</a:t>
            </a:r>
            <a:endParaRPr lang="es-PE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C22D68-B838-4A01-5B38-E03E105BA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pic>
        <p:nvPicPr>
          <p:cNvPr id="6" name="Google Shape;92;p16">
            <a:extLst>
              <a:ext uri="{FF2B5EF4-FFF2-40B4-BE49-F238E27FC236}">
                <a16:creationId xmlns:a16="http://schemas.microsoft.com/office/drawing/2014/main" id="{5D6EA40E-2418-7DE5-F47D-2DE29A793C5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2965" y="2392725"/>
            <a:ext cx="1392731" cy="139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3;p16">
            <a:extLst>
              <a:ext uri="{FF2B5EF4-FFF2-40B4-BE49-F238E27FC236}">
                <a16:creationId xmlns:a16="http://schemas.microsoft.com/office/drawing/2014/main" id="{818B1E99-4AC5-8C65-219F-41FC91524D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697" y="2658933"/>
            <a:ext cx="2228363" cy="139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4;p16">
            <a:extLst>
              <a:ext uri="{FF2B5EF4-FFF2-40B4-BE49-F238E27FC236}">
                <a16:creationId xmlns:a16="http://schemas.microsoft.com/office/drawing/2014/main" id="{A9E598C5-403A-7CE3-5348-F504DFEBEDD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585" y="4251677"/>
            <a:ext cx="2300830" cy="11043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318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1F45-7860-420B-3461-7D5AAF653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35BAF-63B2-C6D9-B8FC-AA204533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Webservice</a:t>
            </a:r>
            <a:r>
              <a:rPr lang="es-PE" dirty="0"/>
              <a:t> REST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97553A-A722-5A34-65D3-BCE69D92E2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pic>
        <p:nvPicPr>
          <p:cNvPr id="3" name="Google Shape;101;p17">
            <a:extLst>
              <a:ext uri="{FF2B5EF4-FFF2-40B4-BE49-F238E27FC236}">
                <a16:creationId xmlns:a16="http://schemas.microsoft.com/office/drawing/2014/main" id="{80308CD6-DC3F-B53F-A00A-822177782A0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24250" y="2421565"/>
            <a:ext cx="5143500" cy="28932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942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59F8-4EAB-DC24-3B2E-9771FDC9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54B5-BCA2-4F5D-08FB-87EE451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Cloud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07AD75-7B75-EE7C-8C1D-CE58D7A26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pic>
        <p:nvPicPr>
          <p:cNvPr id="3" name="Google Shape;108;p18">
            <a:extLst>
              <a:ext uri="{FF2B5EF4-FFF2-40B4-BE49-F238E27FC236}">
                <a16:creationId xmlns:a16="http://schemas.microsoft.com/office/drawing/2014/main" id="{A4A230AF-3760-0282-B001-AB67BE05EA2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9496" y="2518686"/>
            <a:ext cx="2790750" cy="104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9;p18">
            <a:extLst>
              <a:ext uri="{FF2B5EF4-FFF2-40B4-BE49-F238E27FC236}">
                <a16:creationId xmlns:a16="http://schemas.microsoft.com/office/drawing/2014/main" id="{9AFF9F44-B312-2BCB-852F-0AF17B824E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943" y="1556159"/>
            <a:ext cx="3069338" cy="167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0;p18">
            <a:extLst>
              <a:ext uri="{FF2B5EF4-FFF2-40B4-BE49-F238E27FC236}">
                <a16:creationId xmlns:a16="http://schemas.microsoft.com/office/drawing/2014/main" id="{95386CE8-887B-2BAD-BBD5-38B77094EE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5902"/>
          <a:stretch/>
        </p:blipFill>
        <p:spPr>
          <a:xfrm>
            <a:off x="5749625" y="3429000"/>
            <a:ext cx="4359975" cy="178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778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A16B8-CC35-E824-590E-0FFB6195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D6A58-D185-0C3A-0A9C-926816FB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 - IWEB</a:t>
            </a:r>
            <a:endParaRPr lang="es-PE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A4681B-462B-EEFB-6530-3F7396D9E9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pic>
        <p:nvPicPr>
          <p:cNvPr id="3" name="Google Shape;122;p20">
            <a:extLst>
              <a:ext uri="{FF2B5EF4-FFF2-40B4-BE49-F238E27FC236}">
                <a16:creationId xmlns:a16="http://schemas.microsoft.com/office/drawing/2014/main" id="{194EEE97-554F-6DF6-FD21-A688900BD90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455" y="2582068"/>
            <a:ext cx="2452050" cy="24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3;p20">
            <a:extLst>
              <a:ext uri="{FF2B5EF4-FFF2-40B4-BE49-F238E27FC236}">
                <a16:creationId xmlns:a16="http://schemas.microsoft.com/office/drawing/2014/main" id="{56AD4AF1-FB97-7A22-EDC2-05D0F78CF4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007" y="3178811"/>
            <a:ext cx="1941844" cy="946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6210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672</TotalTime>
  <Words>193</Words>
  <Application>Microsoft Office PowerPoint</Application>
  <PresentationFormat>Panorámica</PresentationFormat>
  <Paragraphs>31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Introducción al curso </vt:lpstr>
      <vt:lpstr>Rúbricas</vt:lpstr>
      <vt:lpstr>Framework</vt:lpstr>
      <vt:lpstr>Javascript, jQuery &amp; Ajax</vt:lpstr>
      <vt:lpstr>Webservice REST</vt:lpstr>
      <vt:lpstr>Cloud</vt:lpstr>
      <vt:lpstr>Conocimientos Previos - IWEB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24</cp:revision>
  <dcterms:created xsi:type="dcterms:W3CDTF">2023-10-28T21:43:03Z</dcterms:created>
  <dcterms:modified xsi:type="dcterms:W3CDTF">2026-03-24T22:01:40Z</dcterms:modified>
</cp:coreProperties>
</file>