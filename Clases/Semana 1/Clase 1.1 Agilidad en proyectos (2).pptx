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4" r:id="rId2"/>
    <p:sldMasterId id="2147483660" r:id="rId3"/>
    <p:sldMasterId id="2147483680" r:id="rId4"/>
  </p:sldMasterIdLst>
  <p:notesMasterIdLst>
    <p:notesMasterId r:id="rId20"/>
  </p:notesMasterIdLst>
  <p:handoutMasterIdLst>
    <p:handoutMasterId r:id="rId21"/>
  </p:handoutMasterIdLst>
  <p:sldIdLst>
    <p:sldId id="361" r:id="rId5"/>
    <p:sldId id="362" r:id="rId6"/>
    <p:sldId id="363" r:id="rId7"/>
    <p:sldId id="364" r:id="rId8"/>
    <p:sldId id="365" r:id="rId9"/>
    <p:sldId id="366" r:id="rId10"/>
    <p:sldId id="367" r:id="rId11"/>
    <p:sldId id="368" r:id="rId12"/>
    <p:sldId id="369" r:id="rId13"/>
    <p:sldId id="371" r:id="rId14"/>
    <p:sldId id="372" r:id="rId15"/>
    <p:sldId id="370" r:id="rId16"/>
    <p:sldId id="373" r:id="rId17"/>
    <p:sldId id="374" r:id="rId18"/>
    <p:sldId id="375" r:id="rId19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32C8"/>
    <a:srgbClr val="0A2451"/>
    <a:srgbClr val="7F32C8"/>
    <a:srgbClr val="0096C8"/>
    <a:srgbClr val="009A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91" autoAdjust="0"/>
    <p:restoredTop sz="94643"/>
  </p:normalViewPr>
  <p:slideViewPr>
    <p:cSldViewPr snapToGrid="0" snapToObjects="1">
      <p:cViewPr varScale="1">
        <p:scale>
          <a:sx n="93" d="100"/>
          <a:sy n="93" d="100"/>
        </p:scale>
        <p:origin x="119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986501-54CD-4F2F-949F-0E73140E12A1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B41F70EE-AFE7-49C1-A01C-BDAEA8687C0E}">
      <dgm:prSet phldrT="[Texto]"/>
      <dgm:spPr/>
      <dgm:t>
        <a:bodyPr/>
        <a:lstStyle/>
        <a:p>
          <a:r>
            <a:rPr lang="es-ES" dirty="0"/>
            <a:t>Roles</a:t>
          </a:r>
          <a:endParaRPr lang="es-PE" dirty="0"/>
        </a:p>
      </dgm:t>
    </dgm:pt>
    <dgm:pt modelId="{4667ED87-EB41-4B5C-91CE-C11503EF3F64}" type="parTrans" cxnId="{00C9916A-91C9-4B20-A843-8081E38A950F}">
      <dgm:prSet/>
      <dgm:spPr/>
      <dgm:t>
        <a:bodyPr/>
        <a:lstStyle/>
        <a:p>
          <a:endParaRPr lang="es-PE"/>
        </a:p>
      </dgm:t>
    </dgm:pt>
    <dgm:pt modelId="{21DE294E-69C8-49A6-B4FF-3D1451B77B41}" type="sibTrans" cxnId="{00C9916A-91C9-4B20-A843-8081E38A950F}">
      <dgm:prSet/>
      <dgm:spPr/>
      <dgm:t>
        <a:bodyPr/>
        <a:lstStyle/>
        <a:p>
          <a:endParaRPr lang="es-PE"/>
        </a:p>
      </dgm:t>
    </dgm:pt>
    <dgm:pt modelId="{9625FD0B-A4C8-45EE-9824-A4D3CA58C4F4}">
      <dgm:prSet phldrT="[Texto]"/>
      <dgm:spPr/>
      <dgm:t>
        <a:bodyPr/>
        <a:lstStyle/>
        <a:p>
          <a:r>
            <a:rPr lang="es-ES" dirty="0"/>
            <a:t>Scrum Master</a:t>
          </a:r>
          <a:endParaRPr lang="es-PE" dirty="0"/>
        </a:p>
      </dgm:t>
    </dgm:pt>
    <dgm:pt modelId="{EB5F42B1-E78C-44C7-8A29-6244E2E2CBDA}" type="parTrans" cxnId="{D28A76AD-C1C2-43D7-929B-1045D033ADDD}">
      <dgm:prSet/>
      <dgm:spPr/>
      <dgm:t>
        <a:bodyPr/>
        <a:lstStyle/>
        <a:p>
          <a:endParaRPr lang="es-PE"/>
        </a:p>
      </dgm:t>
    </dgm:pt>
    <dgm:pt modelId="{4F11C06B-18AE-46AE-8E5E-D3C626A7203E}" type="sibTrans" cxnId="{D28A76AD-C1C2-43D7-929B-1045D033ADDD}">
      <dgm:prSet/>
      <dgm:spPr/>
      <dgm:t>
        <a:bodyPr/>
        <a:lstStyle/>
        <a:p>
          <a:endParaRPr lang="es-PE"/>
        </a:p>
      </dgm:t>
    </dgm:pt>
    <dgm:pt modelId="{9921FD08-548E-4FE8-9A1C-E4952DFE3A9E}">
      <dgm:prSet phldrT="[Texto]"/>
      <dgm:spPr/>
      <dgm:t>
        <a:bodyPr/>
        <a:lstStyle/>
        <a:p>
          <a:r>
            <a:rPr lang="es-ES" dirty="0" err="1"/>
            <a:t>Product</a:t>
          </a:r>
          <a:r>
            <a:rPr lang="es-ES" dirty="0"/>
            <a:t> </a:t>
          </a:r>
          <a:r>
            <a:rPr lang="es-ES" dirty="0" err="1"/>
            <a:t>Owner</a:t>
          </a:r>
          <a:endParaRPr lang="es-PE" dirty="0"/>
        </a:p>
      </dgm:t>
    </dgm:pt>
    <dgm:pt modelId="{B0D598C6-9850-4BC1-B4B3-16AC0B4AE0C8}" type="parTrans" cxnId="{6A66A37E-268D-4B15-A81B-3A34F1B9CF54}">
      <dgm:prSet/>
      <dgm:spPr/>
      <dgm:t>
        <a:bodyPr/>
        <a:lstStyle/>
        <a:p>
          <a:endParaRPr lang="es-PE"/>
        </a:p>
      </dgm:t>
    </dgm:pt>
    <dgm:pt modelId="{2A7297B0-3A28-4A3A-B7AC-350E059BF47F}" type="sibTrans" cxnId="{6A66A37E-268D-4B15-A81B-3A34F1B9CF54}">
      <dgm:prSet/>
      <dgm:spPr/>
      <dgm:t>
        <a:bodyPr/>
        <a:lstStyle/>
        <a:p>
          <a:endParaRPr lang="es-PE"/>
        </a:p>
      </dgm:t>
    </dgm:pt>
    <dgm:pt modelId="{6BB471E9-AD84-4480-B18F-20964D641FF7}">
      <dgm:prSet phldrT="[Texto]"/>
      <dgm:spPr/>
      <dgm:t>
        <a:bodyPr/>
        <a:lstStyle/>
        <a:p>
          <a:r>
            <a:rPr lang="es-ES" dirty="0"/>
            <a:t>Ceremonias</a:t>
          </a:r>
          <a:endParaRPr lang="es-PE" dirty="0"/>
        </a:p>
      </dgm:t>
    </dgm:pt>
    <dgm:pt modelId="{B2AEA451-2415-4C17-94B4-4E3C4CFB2DD4}" type="parTrans" cxnId="{676A0B85-1943-4438-B4AA-A80E4A29D547}">
      <dgm:prSet/>
      <dgm:spPr/>
      <dgm:t>
        <a:bodyPr/>
        <a:lstStyle/>
        <a:p>
          <a:endParaRPr lang="es-PE"/>
        </a:p>
      </dgm:t>
    </dgm:pt>
    <dgm:pt modelId="{A2548352-B7C7-45C8-822C-536E2B2F4721}" type="sibTrans" cxnId="{676A0B85-1943-4438-B4AA-A80E4A29D547}">
      <dgm:prSet/>
      <dgm:spPr/>
      <dgm:t>
        <a:bodyPr/>
        <a:lstStyle/>
        <a:p>
          <a:endParaRPr lang="es-PE"/>
        </a:p>
      </dgm:t>
    </dgm:pt>
    <dgm:pt modelId="{AC3B9984-3963-4540-A431-C9ABC11F633C}">
      <dgm:prSet phldrT="[Texto]"/>
      <dgm:spPr/>
      <dgm:t>
        <a:bodyPr/>
        <a:lstStyle/>
        <a:p>
          <a:r>
            <a:rPr lang="es-ES" dirty="0"/>
            <a:t>Planificación</a:t>
          </a:r>
          <a:endParaRPr lang="es-PE" dirty="0"/>
        </a:p>
      </dgm:t>
    </dgm:pt>
    <dgm:pt modelId="{0A3A01CF-6E60-4B50-843E-E8728F168964}" type="parTrans" cxnId="{3C7F472F-519A-4ED3-B47F-0AB51A8267AF}">
      <dgm:prSet/>
      <dgm:spPr/>
      <dgm:t>
        <a:bodyPr/>
        <a:lstStyle/>
        <a:p>
          <a:endParaRPr lang="es-PE"/>
        </a:p>
      </dgm:t>
    </dgm:pt>
    <dgm:pt modelId="{34C63203-5772-4A28-9A38-5E37459F8746}" type="sibTrans" cxnId="{3C7F472F-519A-4ED3-B47F-0AB51A8267AF}">
      <dgm:prSet/>
      <dgm:spPr/>
      <dgm:t>
        <a:bodyPr/>
        <a:lstStyle/>
        <a:p>
          <a:endParaRPr lang="es-PE"/>
        </a:p>
      </dgm:t>
    </dgm:pt>
    <dgm:pt modelId="{842CBB49-52D6-428B-A7DC-A58E4C4EB58C}">
      <dgm:prSet phldrT="[Texto]"/>
      <dgm:spPr/>
      <dgm:t>
        <a:bodyPr/>
        <a:lstStyle/>
        <a:p>
          <a:r>
            <a:rPr lang="es-ES" dirty="0" err="1"/>
            <a:t>Daily</a:t>
          </a:r>
          <a:endParaRPr lang="es-PE" dirty="0"/>
        </a:p>
      </dgm:t>
    </dgm:pt>
    <dgm:pt modelId="{7E2C231C-59F3-414D-B3BA-1E86636982FB}" type="parTrans" cxnId="{A2052091-3552-4B71-8C1F-6BECFD32B073}">
      <dgm:prSet/>
      <dgm:spPr/>
      <dgm:t>
        <a:bodyPr/>
        <a:lstStyle/>
        <a:p>
          <a:endParaRPr lang="es-PE"/>
        </a:p>
      </dgm:t>
    </dgm:pt>
    <dgm:pt modelId="{9037C705-2591-48C8-AF6C-FC57AFB365A4}" type="sibTrans" cxnId="{A2052091-3552-4B71-8C1F-6BECFD32B073}">
      <dgm:prSet/>
      <dgm:spPr/>
      <dgm:t>
        <a:bodyPr/>
        <a:lstStyle/>
        <a:p>
          <a:endParaRPr lang="es-PE"/>
        </a:p>
      </dgm:t>
    </dgm:pt>
    <dgm:pt modelId="{DB4BD2CD-B40E-46D7-8E48-DDBABBC3B387}">
      <dgm:prSet phldrT="[Texto]"/>
      <dgm:spPr/>
      <dgm:t>
        <a:bodyPr/>
        <a:lstStyle/>
        <a:p>
          <a:r>
            <a:rPr lang="es-ES" dirty="0"/>
            <a:t>Artefactos</a:t>
          </a:r>
          <a:endParaRPr lang="es-PE" dirty="0"/>
        </a:p>
      </dgm:t>
    </dgm:pt>
    <dgm:pt modelId="{6DEDEC46-2DA2-4FD9-8733-67EE24576FC8}" type="parTrans" cxnId="{B7DDAB73-4239-407E-B457-0145C05D6525}">
      <dgm:prSet/>
      <dgm:spPr/>
      <dgm:t>
        <a:bodyPr/>
        <a:lstStyle/>
        <a:p>
          <a:endParaRPr lang="es-PE"/>
        </a:p>
      </dgm:t>
    </dgm:pt>
    <dgm:pt modelId="{5D074000-3FD1-4B04-B730-F1C26830D073}" type="sibTrans" cxnId="{B7DDAB73-4239-407E-B457-0145C05D6525}">
      <dgm:prSet/>
      <dgm:spPr/>
      <dgm:t>
        <a:bodyPr/>
        <a:lstStyle/>
        <a:p>
          <a:endParaRPr lang="es-PE"/>
        </a:p>
      </dgm:t>
    </dgm:pt>
    <dgm:pt modelId="{92E39118-3A5A-4549-A82E-A1FD9089A8C6}">
      <dgm:prSet phldrT="[Texto]"/>
      <dgm:spPr/>
      <dgm:t>
        <a:bodyPr/>
        <a:lstStyle/>
        <a:p>
          <a:r>
            <a:rPr lang="es-ES" dirty="0"/>
            <a:t>Backlog priorizado</a:t>
          </a:r>
          <a:endParaRPr lang="es-PE" dirty="0"/>
        </a:p>
      </dgm:t>
    </dgm:pt>
    <dgm:pt modelId="{E8F1AA60-7ED1-47A6-B5C1-563BA0322194}" type="parTrans" cxnId="{909EEAD9-F53A-44AA-907D-D7C3ADC8924B}">
      <dgm:prSet/>
      <dgm:spPr/>
      <dgm:t>
        <a:bodyPr/>
        <a:lstStyle/>
        <a:p>
          <a:endParaRPr lang="es-PE"/>
        </a:p>
      </dgm:t>
    </dgm:pt>
    <dgm:pt modelId="{B03C276D-A45D-4170-9248-0399E4271DF5}" type="sibTrans" cxnId="{909EEAD9-F53A-44AA-907D-D7C3ADC8924B}">
      <dgm:prSet/>
      <dgm:spPr/>
      <dgm:t>
        <a:bodyPr/>
        <a:lstStyle/>
        <a:p>
          <a:endParaRPr lang="es-PE"/>
        </a:p>
      </dgm:t>
    </dgm:pt>
    <dgm:pt modelId="{E2CC09B2-5A9D-4456-B9E7-3FC423E3037F}">
      <dgm:prSet phldrT="[Texto]"/>
      <dgm:spPr/>
      <dgm:t>
        <a:bodyPr/>
        <a:lstStyle/>
        <a:p>
          <a:r>
            <a:rPr lang="es-ES" dirty="0"/>
            <a:t>Sprint Backlog</a:t>
          </a:r>
          <a:endParaRPr lang="es-PE" dirty="0"/>
        </a:p>
      </dgm:t>
    </dgm:pt>
    <dgm:pt modelId="{3541834A-9803-46DC-BABA-92D14392B8F0}" type="parTrans" cxnId="{AEE14CF0-4F99-4767-97EF-0A7238FF5D2D}">
      <dgm:prSet/>
      <dgm:spPr/>
      <dgm:t>
        <a:bodyPr/>
        <a:lstStyle/>
        <a:p>
          <a:endParaRPr lang="es-PE"/>
        </a:p>
      </dgm:t>
    </dgm:pt>
    <dgm:pt modelId="{811FA3C7-8BC6-4E4B-9579-A4CC389A9AEC}" type="sibTrans" cxnId="{AEE14CF0-4F99-4767-97EF-0A7238FF5D2D}">
      <dgm:prSet/>
      <dgm:spPr/>
      <dgm:t>
        <a:bodyPr/>
        <a:lstStyle/>
        <a:p>
          <a:endParaRPr lang="es-PE"/>
        </a:p>
      </dgm:t>
    </dgm:pt>
    <dgm:pt modelId="{8B9E0FFB-78B0-4A29-8EB3-44F31E3FBE21}">
      <dgm:prSet phldrT="[Texto]"/>
      <dgm:spPr/>
      <dgm:t>
        <a:bodyPr/>
        <a:lstStyle/>
        <a:p>
          <a:r>
            <a:rPr lang="es-ES" dirty="0"/>
            <a:t>Equipo Desarrollo (Dev + QA)</a:t>
          </a:r>
          <a:endParaRPr lang="es-PE" dirty="0"/>
        </a:p>
      </dgm:t>
    </dgm:pt>
    <dgm:pt modelId="{633700EC-BF4D-45CB-AD31-E724CA29A1A6}" type="parTrans" cxnId="{CCB8BF2C-64B7-4369-9457-73EE97110214}">
      <dgm:prSet/>
      <dgm:spPr/>
      <dgm:t>
        <a:bodyPr/>
        <a:lstStyle/>
        <a:p>
          <a:endParaRPr lang="es-PE"/>
        </a:p>
      </dgm:t>
    </dgm:pt>
    <dgm:pt modelId="{FA773B19-5066-4EA1-AAD9-2DFF72A30BF9}" type="sibTrans" cxnId="{CCB8BF2C-64B7-4369-9457-73EE97110214}">
      <dgm:prSet/>
      <dgm:spPr/>
      <dgm:t>
        <a:bodyPr/>
        <a:lstStyle/>
        <a:p>
          <a:endParaRPr lang="es-PE"/>
        </a:p>
      </dgm:t>
    </dgm:pt>
    <dgm:pt modelId="{2F44BB11-98B5-4C2F-8358-30A1DF8EBB6F}">
      <dgm:prSet phldrT="[Texto]"/>
      <dgm:spPr/>
      <dgm:t>
        <a:bodyPr/>
        <a:lstStyle/>
        <a:p>
          <a:r>
            <a:rPr lang="es-ES" dirty="0"/>
            <a:t>Sprint</a:t>
          </a:r>
          <a:endParaRPr lang="es-PE" dirty="0"/>
        </a:p>
      </dgm:t>
    </dgm:pt>
    <dgm:pt modelId="{8CA56542-A0CC-4289-AAE7-E276BC3DC785}" type="parTrans" cxnId="{33E1CCBB-C38A-4EB6-932F-B6942FA11DC6}">
      <dgm:prSet/>
      <dgm:spPr/>
      <dgm:t>
        <a:bodyPr/>
        <a:lstStyle/>
        <a:p>
          <a:endParaRPr lang="es-PE"/>
        </a:p>
      </dgm:t>
    </dgm:pt>
    <dgm:pt modelId="{7AA55403-49F2-41CB-A675-27D8E900E568}" type="sibTrans" cxnId="{33E1CCBB-C38A-4EB6-932F-B6942FA11DC6}">
      <dgm:prSet/>
      <dgm:spPr/>
      <dgm:t>
        <a:bodyPr/>
        <a:lstStyle/>
        <a:p>
          <a:endParaRPr lang="es-PE"/>
        </a:p>
      </dgm:t>
    </dgm:pt>
    <dgm:pt modelId="{4E72D971-C9A0-4E82-8046-C9A7539FCA90}">
      <dgm:prSet phldrT="[Texto]"/>
      <dgm:spPr/>
      <dgm:t>
        <a:bodyPr/>
        <a:lstStyle/>
        <a:p>
          <a:r>
            <a:rPr lang="es-ES" dirty="0" err="1"/>
            <a:t>Retrospectica</a:t>
          </a:r>
          <a:endParaRPr lang="es-PE" dirty="0"/>
        </a:p>
      </dgm:t>
    </dgm:pt>
    <dgm:pt modelId="{BF1FE9D3-F9D0-4DB8-8CA8-0D9C5DD6B2EC}" type="parTrans" cxnId="{F10F7D0A-FE00-4EE1-9801-066920F29961}">
      <dgm:prSet/>
      <dgm:spPr/>
      <dgm:t>
        <a:bodyPr/>
        <a:lstStyle/>
        <a:p>
          <a:endParaRPr lang="es-PE"/>
        </a:p>
      </dgm:t>
    </dgm:pt>
    <dgm:pt modelId="{F8B01615-2F32-4B13-872C-1AA90280EAF5}" type="sibTrans" cxnId="{F10F7D0A-FE00-4EE1-9801-066920F29961}">
      <dgm:prSet/>
      <dgm:spPr/>
      <dgm:t>
        <a:bodyPr/>
        <a:lstStyle/>
        <a:p>
          <a:endParaRPr lang="es-PE"/>
        </a:p>
      </dgm:t>
    </dgm:pt>
    <dgm:pt modelId="{DC87B586-6EE8-4E74-8929-D0C5111C474D}">
      <dgm:prSet phldrT="[Texto]"/>
      <dgm:spPr/>
      <dgm:t>
        <a:bodyPr/>
        <a:lstStyle/>
        <a:p>
          <a:r>
            <a:rPr lang="es-ES" dirty="0" err="1"/>
            <a:t>Review</a:t>
          </a:r>
          <a:endParaRPr lang="es-PE" dirty="0"/>
        </a:p>
      </dgm:t>
    </dgm:pt>
    <dgm:pt modelId="{94DFEC33-41EA-4D1A-8FB8-3F7C9756DD79}" type="parTrans" cxnId="{885AED1C-7E6C-4FAD-AB68-83C5315321F6}">
      <dgm:prSet/>
      <dgm:spPr/>
      <dgm:t>
        <a:bodyPr/>
        <a:lstStyle/>
        <a:p>
          <a:endParaRPr lang="es-PE"/>
        </a:p>
      </dgm:t>
    </dgm:pt>
    <dgm:pt modelId="{694AB0A2-4079-4EC7-803B-28FA632D6A25}" type="sibTrans" cxnId="{885AED1C-7E6C-4FAD-AB68-83C5315321F6}">
      <dgm:prSet/>
      <dgm:spPr/>
      <dgm:t>
        <a:bodyPr/>
        <a:lstStyle/>
        <a:p>
          <a:endParaRPr lang="es-PE"/>
        </a:p>
      </dgm:t>
    </dgm:pt>
    <dgm:pt modelId="{09C12FA0-82A0-4D30-AFD5-5A4152A4ECE7}">
      <dgm:prSet phldrT="[Texto]"/>
      <dgm:spPr/>
      <dgm:t>
        <a:bodyPr/>
        <a:lstStyle/>
        <a:p>
          <a:r>
            <a:rPr lang="es-ES" dirty="0"/>
            <a:t>Incremento del producto</a:t>
          </a:r>
          <a:endParaRPr lang="es-PE" dirty="0"/>
        </a:p>
      </dgm:t>
    </dgm:pt>
    <dgm:pt modelId="{35B98196-359A-4849-97E5-60BDE0769303}" type="parTrans" cxnId="{7A15FC73-497E-410F-B864-A05845771999}">
      <dgm:prSet/>
      <dgm:spPr/>
      <dgm:t>
        <a:bodyPr/>
        <a:lstStyle/>
        <a:p>
          <a:endParaRPr lang="es-PE"/>
        </a:p>
      </dgm:t>
    </dgm:pt>
    <dgm:pt modelId="{491285E9-7218-4030-9D15-BB4BA0828F71}" type="sibTrans" cxnId="{7A15FC73-497E-410F-B864-A05845771999}">
      <dgm:prSet/>
      <dgm:spPr/>
      <dgm:t>
        <a:bodyPr/>
        <a:lstStyle/>
        <a:p>
          <a:endParaRPr lang="es-PE"/>
        </a:p>
      </dgm:t>
    </dgm:pt>
    <dgm:pt modelId="{816D1C6F-2408-4852-B7EE-D8071E3E7DF6}" type="pres">
      <dgm:prSet presAssocID="{5F986501-54CD-4F2F-949F-0E73140E12A1}" presName="linearFlow" presStyleCnt="0">
        <dgm:presLayoutVars>
          <dgm:dir/>
          <dgm:animLvl val="lvl"/>
          <dgm:resizeHandles val="exact"/>
        </dgm:presLayoutVars>
      </dgm:prSet>
      <dgm:spPr/>
    </dgm:pt>
    <dgm:pt modelId="{3B4390F4-91C6-442C-A05F-DC73CAC76632}" type="pres">
      <dgm:prSet presAssocID="{B41F70EE-AFE7-49C1-A01C-BDAEA8687C0E}" presName="composite" presStyleCnt="0"/>
      <dgm:spPr/>
    </dgm:pt>
    <dgm:pt modelId="{9678A947-BCA3-48A0-A11A-5B61D716DA15}" type="pres">
      <dgm:prSet presAssocID="{B41F70EE-AFE7-49C1-A01C-BDAEA8687C0E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4C639B92-82EF-41FB-91E4-F9C6CAD2F273}" type="pres">
      <dgm:prSet presAssocID="{B41F70EE-AFE7-49C1-A01C-BDAEA8687C0E}" presName="descendantText" presStyleLbl="alignAcc1" presStyleIdx="0" presStyleCnt="3">
        <dgm:presLayoutVars>
          <dgm:bulletEnabled val="1"/>
        </dgm:presLayoutVars>
      </dgm:prSet>
      <dgm:spPr/>
    </dgm:pt>
    <dgm:pt modelId="{0C530757-9C7E-4334-8B16-42648EC49430}" type="pres">
      <dgm:prSet presAssocID="{21DE294E-69C8-49A6-B4FF-3D1451B77B41}" presName="sp" presStyleCnt="0"/>
      <dgm:spPr/>
    </dgm:pt>
    <dgm:pt modelId="{3020EAAD-2DE7-4FB8-82CB-9FAAE0858240}" type="pres">
      <dgm:prSet presAssocID="{6BB471E9-AD84-4480-B18F-20964D641FF7}" presName="composite" presStyleCnt="0"/>
      <dgm:spPr/>
    </dgm:pt>
    <dgm:pt modelId="{89F52643-A3B9-48A2-9D0A-E33F481E277B}" type="pres">
      <dgm:prSet presAssocID="{6BB471E9-AD84-4480-B18F-20964D641FF7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903EA480-B8AF-47F4-BFD7-596CEFF93B5C}" type="pres">
      <dgm:prSet presAssocID="{6BB471E9-AD84-4480-B18F-20964D641FF7}" presName="descendantText" presStyleLbl="alignAcc1" presStyleIdx="1" presStyleCnt="3">
        <dgm:presLayoutVars>
          <dgm:bulletEnabled val="1"/>
        </dgm:presLayoutVars>
      </dgm:prSet>
      <dgm:spPr/>
    </dgm:pt>
    <dgm:pt modelId="{07D26FA1-F590-4CE6-86B1-68B2B8572AFA}" type="pres">
      <dgm:prSet presAssocID="{A2548352-B7C7-45C8-822C-536E2B2F4721}" presName="sp" presStyleCnt="0"/>
      <dgm:spPr/>
    </dgm:pt>
    <dgm:pt modelId="{0975B590-5BFF-4AB5-979E-A57A0BB74523}" type="pres">
      <dgm:prSet presAssocID="{DB4BD2CD-B40E-46D7-8E48-DDBABBC3B387}" presName="composite" presStyleCnt="0"/>
      <dgm:spPr/>
    </dgm:pt>
    <dgm:pt modelId="{93084806-BCAE-48EE-940D-EBD6B00B4443}" type="pres">
      <dgm:prSet presAssocID="{DB4BD2CD-B40E-46D7-8E48-DDBABBC3B387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199F2C0D-C478-45A0-8784-F4600CF66CC5}" type="pres">
      <dgm:prSet presAssocID="{DB4BD2CD-B40E-46D7-8E48-DDBABBC3B387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F10F7D0A-FE00-4EE1-9801-066920F29961}" srcId="{6BB471E9-AD84-4480-B18F-20964D641FF7}" destId="{4E72D971-C9A0-4E82-8046-C9A7539FCA90}" srcOrd="3" destOrd="0" parTransId="{BF1FE9D3-F9D0-4DB8-8CA8-0D9C5DD6B2EC}" sibTransId="{F8B01615-2F32-4B13-872C-1AA90280EAF5}"/>
    <dgm:cxn modelId="{BEF3A310-AB29-48F8-98AF-645C3C19C430}" type="presOf" srcId="{AC3B9984-3963-4540-A431-C9ABC11F633C}" destId="{903EA480-B8AF-47F4-BFD7-596CEFF93B5C}" srcOrd="0" destOrd="0" presId="urn:microsoft.com/office/officeart/2005/8/layout/chevron2"/>
    <dgm:cxn modelId="{885AED1C-7E6C-4FAD-AB68-83C5315321F6}" srcId="{6BB471E9-AD84-4480-B18F-20964D641FF7}" destId="{DC87B586-6EE8-4E74-8929-D0C5111C474D}" srcOrd="4" destOrd="0" parTransId="{94DFEC33-41EA-4D1A-8FB8-3F7C9756DD79}" sibTransId="{694AB0A2-4079-4EC7-803B-28FA632D6A25}"/>
    <dgm:cxn modelId="{3D63E122-156B-4A0A-A43D-225CB7510B9A}" type="presOf" srcId="{4E72D971-C9A0-4E82-8046-C9A7539FCA90}" destId="{903EA480-B8AF-47F4-BFD7-596CEFF93B5C}" srcOrd="0" destOrd="3" presId="urn:microsoft.com/office/officeart/2005/8/layout/chevron2"/>
    <dgm:cxn modelId="{63C11129-F1E4-407F-9368-72712155FE82}" type="presOf" srcId="{6BB471E9-AD84-4480-B18F-20964D641FF7}" destId="{89F52643-A3B9-48A2-9D0A-E33F481E277B}" srcOrd="0" destOrd="0" presId="urn:microsoft.com/office/officeart/2005/8/layout/chevron2"/>
    <dgm:cxn modelId="{FCE8C62A-107F-41E3-9AEB-AD97272431C1}" type="presOf" srcId="{5F986501-54CD-4F2F-949F-0E73140E12A1}" destId="{816D1C6F-2408-4852-B7EE-D8071E3E7DF6}" srcOrd="0" destOrd="0" presId="urn:microsoft.com/office/officeart/2005/8/layout/chevron2"/>
    <dgm:cxn modelId="{CCB8BF2C-64B7-4369-9457-73EE97110214}" srcId="{B41F70EE-AFE7-49C1-A01C-BDAEA8687C0E}" destId="{8B9E0FFB-78B0-4A29-8EB3-44F31E3FBE21}" srcOrd="2" destOrd="0" parTransId="{633700EC-BF4D-45CB-AD31-E724CA29A1A6}" sibTransId="{FA773B19-5066-4EA1-AAD9-2DFF72A30BF9}"/>
    <dgm:cxn modelId="{3C7F472F-519A-4ED3-B47F-0AB51A8267AF}" srcId="{6BB471E9-AD84-4480-B18F-20964D641FF7}" destId="{AC3B9984-3963-4540-A431-C9ABC11F633C}" srcOrd="0" destOrd="0" parTransId="{0A3A01CF-6E60-4B50-843E-E8728F168964}" sibTransId="{34C63203-5772-4A28-9A38-5E37459F8746}"/>
    <dgm:cxn modelId="{AE432A33-8B33-49A7-A5D6-E5E929823064}" type="presOf" srcId="{B41F70EE-AFE7-49C1-A01C-BDAEA8687C0E}" destId="{9678A947-BCA3-48A0-A11A-5B61D716DA15}" srcOrd="0" destOrd="0" presId="urn:microsoft.com/office/officeart/2005/8/layout/chevron2"/>
    <dgm:cxn modelId="{6AFFE340-03B5-4786-9F47-163AACD093C4}" type="presOf" srcId="{9625FD0B-A4C8-45EE-9824-A4D3CA58C4F4}" destId="{4C639B92-82EF-41FB-91E4-F9C6CAD2F273}" srcOrd="0" destOrd="0" presId="urn:microsoft.com/office/officeart/2005/8/layout/chevron2"/>
    <dgm:cxn modelId="{00C9916A-91C9-4B20-A843-8081E38A950F}" srcId="{5F986501-54CD-4F2F-949F-0E73140E12A1}" destId="{B41F70EE-AFE7-49C1-A01C-BDAEA8687C0E}" srcOrd="0" destOrd="0" parTransId="{4667ED87-EB41-4B5C-91CE-C11503EF3F64}" sibTransId="{21DE294E-69C8-49A6-B4FF-3D1451B77B41}"/>
    <dgm:cxn modelId="{C21E9272-0D5E-4A0B-936A-54D5342DA367}" type="presOf" srcId="{842CBB49-52D6-428B-A7DC-A58E4C4EB58C}" destId="{903EA480-B8AF-47F4-BFD7-596CEFF93B5C}" srcOrd="0" destOrd="2" presId="urn:microsoft.com/office/officeart/2005/8/layout/chevron2"/>
    <dgm:cxn modelId="{B7DDAB73-4239-407E-B457-0145C05D6525}" srcId="{5F986501-54CD-4F2F-949F-0E73140E12A1}" destId="{DB4BD2CD-B40E-46D7-8E48-DDBABBC3B387}" srcOrd="2" destOrd="0" parTransId="{6DEDEC46-2DA2-4FD9-8733-67EE24576FC8}" sibTransId="{5D074000-3FD1-4B04-B730-F1C26830D073}"/>
    <dgm:cxn modelId="{7A15FC73-497E-410F-B864-A05845771999}" srcId="{DB4BD2CD-B40E-46D7-8E48-DDBABBC3B387}" destId="{09C12FA0-82A0-4D30-AFD5-5A4152A4ECE7}" srcOrd="2" destOrd="0" parTransId="{35B98196-359A-4849-97E5-60BDE0769303}" sibTransId="{491285E9-7218-4030-9D15-BB4BA0828F71}"/>
    <dgm:cxn modelId="{A0248E75-985C-4A57-8977-5164CB71B6BD}" type="presOf" srcId="{92E39118-3A5A-4549-A82E-A1FD9089A8C6}" destId="{199F2C0D-C478-45A0-8784-F4600CF66CC5}" srcOrd="0" destOrd="0" presId="urn:microsoft.com/office/officeart/2005/8/layout/chevron2"/>
    <dgm:cxn modelId="{CC0DFB77-CEE0-488A-A939-22E3E1367B8E}" type="presOf" srcId="{9921FD08-548E-4FE8-9A1C-E4952DFE3A9E}" destId="{4C639B92-82EF-41FB-91E4-F9C6CAD2F273}" srcOrd="0" destOrd="1" presId="urn:microsoft.com/office/officeart/2005/8/layout/chevron2"/>
    <dgm:cxn modelId="{6A66A37E-268D-4B15-A81B-3A34F1B9CF54}" srcId="{B41F70EE-AFE7-49C1-A01C-BDAEA8687C0E}" destId="{9921FD08-548E-4FE8-9A1C-E4952DFE3A9E}" srcOrd="1" destOrd="0" parTransId="{B0D598C6-9850-4BC1-B4B3-16AC0B4AE0C8}" sibTransId="{2A7297B0-3A28-4A3A-B7AC-350E059BF47F}"/>
    <dgm:cxn modelId="{676A0B85-1943-4438-B4AA-A80E4A29D547}" srcId="{5F986501-54CD-4F2F-949F-0E73140E12A1}" destId="{6BB471E9-AD84-4480-B18F-20964D641FF7}" srcOrd="1" destOrd="0" parTransId="{B2AEA451-2415-4C17-94B4-4E3C4CFB2DD4}" sibTransId="{A2548352-B7C7-45C8-822C-536E2B2F4721}"/>
    <dgm:cxn modelId="{7B844D8E-870B-4FFC-BD83-820F712078CC}" type="presOf" srcId="{DB4BD2CD-B40E-46D7-8E48-DDBABBC3B387}" destId="{93084806-BCAE-48EE-940D-EBD6B00B4443}" srcOrd="0" destOrd="0" presId="urn:microsoft.com/office/officeart/2005/8/layout/chevron2"/>
    <dgm:cxn modelId="{A2052091-3552-4B71-8C1F-6BECFD32B073}" srcId="{6BB471E9-AD84-4480-B18F-20964D641FF7}" destId="{842CBB49-52D6-428B-A7DC-A58E4C4EB58C}" srcOrd="2" destOrd="0" parTransId="{7E2C231C-59F3-414D-B3BA-1E86636982FB}" sibTransId="{9037C705-2591-48C8-AF6C-FC57AFB365A4}"/>
    <dgm:cxn modelId="{D28A76AD-C1C2-43D7-929B-1045D033ADDD}" srcId="{B41F70EE-AFE7-49C1-A01C-BDAEA8687C0E}" destId="{9625FD0B-A4C8-45EE-9824-A4D3CA58C4F4}" srcOrd="0" destOrd="0" parTransId="{EB5F42B1-E78C-44C7-8A29-6244E2E2CBDA}" sibTransId="{4F11C06B-18AE-46AE-8E5E-D3C626A7203E}"/>
    <dgm:cxn modelId="{33E1CCBB-C38A-4EB6-932F-B6942FA11DC6}" srcId="{6BB471E9-AD84-4480-B18F-20964D641FF7}" destId="{2F44BB11-98B5-4C2F-8358-30A1DF8EBB6F}" srcOrd="1" destOrd="0" parTransId="{8CA56542-A0CC-4289-AAE7-E276BC3DC785}" sibTransId="{7AA55403-49F2-41CB-A675-27D8E900E568}"/>
    <dgm:cxn modelId="{872868D1-815F-4A38-9986-6EF34119E164}" type="presOf" srcId="{8B9E0FFB-78B0-4A29-8EB3-44F31E3FBE21}" destId="{4C639B92-82EF-41FB-91E4-F9C6CAD2F273}" srcOrd="0" destOrd="2" presId="urn:microsoft.com/office/officeart/2005/8/layout/chevron2"/>
    <dgm:cxn modelId="{909EEAD9-F53A-44AA-907D-D7C3ADC8924B}" srcId="{DB4BD2CD-B40E-46D7-8E48-DDBABBC3B387}" destId="{92E39118-3A5A-4549-A82E-A1FD9089A8C6}" srcOrd="0" destOrd="0" parTransId="{E8F1AA60-7ED1-47A6-B5C1-563BA0322194}" sibTransId="{B03C276D-A45D-4170-9248-0399E4271DF5}"/>
    <dgm:cxn modelId="{150EA6DB-6C03-4626-91FF-6614BCB94A6B}" type="presOf" srcId="{E2CC09B2-5A9D-4456-B9E7-3FC423E3037F}" destId="{199F2C0D-C478-45A0-8784-F4600CF66CC5}" srcOrd="0" destOrd="1" presId="urn:microsoft.com/office/officeart/2005/8/layout/chevron2"/>
    <dgm:cxn modelId="{7CA657E1-216B-456E-818E-503860AD8AB8}" type="presOf" srcId="{2F44BB11-98B5-4C2F-8358-30A1DF8EBB6F}" destId="{903EA480-B8AF-47F4-BFD7-596CEFF93B5C}" srcOrd="0" destOrd="1" presId="urn:microsoft.com/office/officeart/2005/8/layout/chevron2"/>
    <dgm:cxn modelId="{73185CEF-19AE-4DD1-AA2B-3AF22F9BE188}" type="presOf" srcId="{09C12FA0-82A0-4D30-AFD5-5A4152A4ECE7}" destId="{199F2C0D-C478-45A0-8784-F4600CF66CC5}" srcOrd="0" destOrd="2" presId="urn:microsoft.com/office/officeart/2005/8/layout/chevron2"/>
    <dgm:cxn modelId="{AEE14CF0-4F99-4767-97EF-0A7238FF5D2D}" srcId="{DB4BD2CD-B40E-46D7-8E48-DDBABBC3B387}" destId="{E2CC09B2-5A9D-4456-B9E7-3FC423E3037F}" srcOrd="1" destOrd="0" parTransId="{3541834A-9803-46DC-BABA-92D14392B8F0}" sibTransId="{811FA3C7-8BC6-4E4B-9579-A4CC389A9AEC}"/>
    <dgm:cxn modelId="{4519B5FF-D066-42F9-9DCF-C195F1F23A6A}" type="presOf" srcId="{DC87B586-6EE8-4E74-8929-D0C5111C474D}" destId="{903EA480-B8AF-47F4-BFD7-596CEFF93B5C}" srcOrd="0" destOrd="4" presId="urn:microsoft.com/office/officeart/2005/8/layout/chevron2"/>
    <dgm:cxn modelId="{6B818D2B-6425-4657-B605-8987E061EF87}" type="presParOf" srcId="{816D1C6F-2408-4852-B7EE-D8071E3E7DF6}" destId="{3B4390F4-91C6-442C-A05F-DC73CAC76632}" srcOrd="0" destOrd="0" presId="urn:microsoft.com/office/officeart/2005/8/layout/chevron2"/>
    <dgm:cxn modelId="{82E80257-0274-458A-A6EF-72B6A0A9C61A}" type="presParOf" srcId="{3B4390F4-91C6-442C-A05F-DC73CAC76632}" destId="{9678A947-BCA3-48A0-A11A-5B61D716DA15}" srcOrd="0" destOrd="0" presId="urn:microsoft.com/office/officeart/2005/8/layout/chevron2"/>
    <dgm:cxn modelId="{DA220E69-69EB-44EB-9BDE-32FD3B6787DB}" type="presParOf" srcId="{3B4390F4-91C6-442C-A05F-DC73CAC76632}" destId="{4C639B92-82EF-41FB-91E4-F9C6CAD2F273}" srcOrd="1" destOrd="0" presId="urn:microsoft.com/office/officeart/2005/8/layout/chevron2"/>
    <dgm:cxn modelId="{E6D029AA-A637-463A-8C31-1FBCF21E3E33}" type="presParOf" srcId="{816D1C6F-2408-4852-B7EE-D8071E3E7DF6}" destId="{0C530757-9C7E-4334-8B16-42648EC49430}" srcOrd="1" destOrd="0" presId="urn:microsoft.com/office/officeart/2005/8/layout/chevron2"/>
    <dgm:cxn modelId="{EA8DB009-1EC2-48E4-8BB4-E51076C80AE0}" type="presParOf" srcId="{816D1C6F-2408-4852-B7EE-D8071E3E7DF6}" destId="{3020EAAD-2DE7-4FB8-82CB-9FAAE0858240}" srcOrd="2" destOrd="0" presId="urn:microsoft.com/office/officeart/2005/8/layout/chevron2"/>
    <dgm:cxn modelId="{94E6F1B2-BF17-4C5E-B111-5D6F589488C4}" type="presParOf" srcId="{3020EAAD-2DE7-4FB8-82CB-9FAAE0858240}" destId="{89F52643-A3B9-48A2-9D0A-E33F481E277B}" srcOrd="0" destOrd="0" presId="urn:microsoft.com/office/officeart/2005/8/layout/chevron2"/>
    <dgm:cxn modelId="{E492B31D-41FA-4E5C-AB4E-6AEFDA7D040E}" type="presParOf" srcId="{3020EAAD-2DE7-4FB8-82CB-9FAAE0858240}" destId="{903EA480-B8AF-47F4-BFD7-596CEFF93B5C}" srcOrd="1" destOrd="0" presId="urn:microsoft.com/office/officeart/2005/8/layout/chevron2"/>
    <dgm:cxn modelId="{642B0FEE-237C-482C-88A9-0056F21492D6}" type="presParOf" srcId="{816D1C6F-2408-4852-B7EE-D8071E3E7DF6}" destId="{07D26FA1-F590-4CE6-86B1-68B2B8572AFA}" srcOrd="3" destOrd="0" presId="urn:microsoft.com/office/officeart/2005/8/layout/chevron2"/>
    <dgm:cxn modelId="{1ADF4DEC-763C-4601-AE8D-43AC84919CBD}" type="presParOf" srcId="{816D1C6F-2408-4852-B7EE-D8071E3E7DF6}" destId="{0975B590-5BFF-4AB5-979E-A57A0BB74523}" srcOrd="4" destOrd="0" presId="urn:microsoft.com/office/officeart/2005/8/layout/chevron2"/>
    <dgm:cxn modelId="{17BF712B-7430-4775-8023-21EA7EDD55DE}" type="presParOf" srcId="{0975B590-5BFF-4AB5-979E-A57A0BB74523}" destId="{93084806-BCAE-48EE-940D-EBD6B00B4443}" srcOrd="0" destOrd="0" presId="urn:microsoft.com/office/officeart/2005/8/layout/chevron2"/>
    <dgm:cxn modelId="{BA324BD2-F9F8-4840-ADED-A69BFDC6E71E}" type="presParOf" srcId="{0975B590-5BFF-4AB5-979E-A57A0BB74523}" destId="{199F2C0D-C478-45A0-8784-F4600CF66CC5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C94B1CC-34F2-4B4E-9D4B-E34E62DDD1DF}" type="doc">
      <dgm:prSet loTypeId="urn:microsoft.com/office/officeart/2005/8/layout/process4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s-PE"/>
        </a:p>
      </dgm:t>
    </dgm:pt>
    <dgm:pt modelId="{2E7BF70E-A9B9-4EB2-862F-7D208BA238EC}">
      <dgm:prSet phldrT="[Texto]"/>
      <dgm:spPr/>
      <dgm:t>
        <a:bodyPr/>
        <a:lstStyle/>
        <a:p>
          <a:r>
            <a:rPr lang="es-ES" dirty="0" err="1"/>
            <a:t>Product</a:t>
          </a:r>
          <a:r>
            <a:rPr lang="es-ES" dirty="0"/>
            <a:t> </a:t>
          </a:r>
          <a:r>
            <a:rPr lang="es-ES" dirty="0" err="1"/>
            <a:t>Owner</a:t>
          </a:r>
          <a:r>
            <a:rPr lang="es-ES" dirty="0"/>
            <a:t> – Profesor</a:t>
          </a:r>
          <a:endParaRPr lang="es-PE" dirty="0"/>
        </a:p>
      </dgm:t>
    </dgm:pt>
    <dgm:pt modelId="{25BA250F-0F09-4168-89FD-7556B42CA328}" type="parTrans" cxnId="{48BCE5A2-1EFF-470C-99F4-37B5E07FF372}">
      <dgm:prSet/>
      <dgm:spPr/>
      <dgm:t>
        <a:bodyPr/>
        <a:lstStyle/>
        <a:p>
          <a:endParaRPr lang="es-PE"/>
        </a:p>
      </dgm:t>
    </dgm:pt>
    <dgm:pt modelId="{0E042C40-2A1C-4F47-9A84-00607EEF6C82}" type="sibTrans" cxnId="{48BCE5A2-1EFF-470C-99F4-37B5E07FF372}">
      <dgm:prSet/>
      <dgm:spPr/>
      <dgm:t>
        <a:bodyPr/>
        <a:lstStyle/>
        <a:p>
          <a:endParaRPr lang="es-PE"/>
        </a:p>
      </dgm:t>
    </dgm:pt>
    <dgm:pt modelId="{0EE37399-2EF6-4B23-9178-CB0415C7A814}">
      <dgm:prSet phldrT="[Texto]"/>
      <dgm:spPr/>
      <dgm:t>
        <a:bodyPr/>
        <a:lstStyle/>
        <a:p>
          <a:r>
            <a:rPr lang="es-ES" dirty="0"/>
            <a:t>Maximiza el valor del producto</a:t>
          </a:r>
          <a:endParaRPr lang="es-PE" dirty="0"/>
        </a:p>
      </dgm:t>
    </dgm:pt>
    <dgm:pt modelId="{72E2CEDD-7589-4CCD-B83D-3E3D23E73CB7}" type="parTrans" cxnId="{838865AE-5CE7-49B7-A11B-D3F75273AC76}">
      <dgm:prSet/>
      <dgm:spPr/>
      <dgm:t>
        <a:bodyPr/>
        <a:lstStyle/>
        <a:p>
          <a:endParaRPr lang="es-PE"/>
        </a:p>
      </dgm:t>
    </dgm:pt>
    <dgm:pt modelId="{98CC9D46-0B21-426E-A44F-27AD8EBBA202}" type="sibTrans" cxnId="{838865AE-5CE7-49B7-A11B-D3F75273AC76}">
      <dgm:prSet/>
      <dgm:spPr/>
      <dgm:t>
        <a:bodyPr/>
        <a:lstStyle/>
        <a:p>
          <a:endParaRPr lang="es-PE"/>
        </a:p>
      </dgm:t>
    </dgm:pt>
    <dgm:pt modelId="{F3E5F6C2-5DDD-4CA5-922D-990435711DA3}">
      <dgm:prSet phldrT="[Texto]"/>
      <dgm:spPr/>
      <dgm:t>
        <a:bodyPr/>
        <a:lstStyle/>
        <a:p>
          <a:r>
            <a:rPr lang="es-ES" dirty="0"/>
            <a:t>Expresa claramente el backlog</a:t>
          </a:r>
          <a:endParaRPr lang="es-PE" dirty="0"/>
        </a:p>
      </dgm:t>
    </dgm:pt>
    <dgm:pt modelId="{A3326509-555B-4CFA-BCF2-27FA6BF1C688}" type="parTrans" cxnId="{301B8857-B5B8-467F-A74D-BD8C47D95605}">
      <dgm:prSet/>
      <dgm:spPr/>
      <dgm:t>
        <a:bodyPr/>
        <a:lstStyle/>
        <a:p>
          <a:endParaRPr lang="es-PE"/>
        </a:p>
      </dgm:t>
    </dgm:pt>
    <dgm:pt modelId="{3A871CC7-106E-4E60-9BEA-1C9D10F64548}" type="sibTrans" cxnId="{301B8857-B5B8-467F-A74D-BD8C47D95605}">
      <dgm:prSet/>
      <dgm:spPr/>
      <dgm:t>
        <a:bodyPr/>
        <a:lstStyle/>
        <a:p>
          <a:endParaRPr lang="es-PE"/>
        </a:p>
      </dgm:t>
    </dgm:pt>
    <dgm:pt modelId="{2D1F023B-4240-4BD8-B5CD-7299417011FF}">
      <dgm:prSet phldrT="[Texto]"/>
      <dgm:spPr/>
      <dgm:t>
        <a:bodyPr/>
        <a:lstStyle/>
        <a:p>
          <a:r>
            <a:rPr lang="es-ES" dirty="0"/>
            <a:t>Equipo Desarrollo - Alumnos</a:t>
          </a:r>
          <a:endParaRPr lang="es-PE" dirty="0"/>
        </a:p>
      </dgm:t>
    </dgm:pt>
    <dgm:pt modelId="{2B4D8215-454F-4C10-B4FF-8CDE8AFC0123}" type="parTrans" cxnId="{72285229-DF3B-40F0-9BB1-E791842C65DB}">
      <dgm:prSet/>
      <dgm:spPr/>
      <dgm:t>
        <a:bodyPr/>
        <a:lstStyle/>
        <a:p>
          <a:endParaRPr lang="es-PE"/>
        </a:p>
      </dgm:t>
    </dgm:pt>
    <dgm:pt modelId="{4FD0C528-D9A1-4C49-B544-0E29778F4836}" type="sibTrans" cxnId="{72285229-DF3B-40F0-9BB1-E791842C65DB}">
      <dgm:prSet/>
      <dgm:spPr/>
      <dgm:t>
        <a:bodyPr/>
        <a:lstStyle/>
        <a:p>
          <a:endParaRPr lang="es-PE"/>
        </a:p>
      </dgm:t>
    </dgm:pt>
    <dgm:pt modelId="{27D81ACC-6408-41FD-912A-062D60D1A868}">
      <dgm:prSet phldrT="[Texto]"/>
      <dgm:spPr/>
      <dgm:t>
        <a:bodyPr/>
        <a:lstStyle/>
        <a:p>
          <a:r>
            <a:rPr lang="es-ES" dirty="0"/>
            <a:t>Son autoorganizados. Nadie indica cómo trabajar</a:t>
          </a:r>
          <a:endParaRPr lang="es-PE" dirty="0"/>
        </a:p>
      </dgm:t>
    </dgm:pt>
    <dgm:pt modelId="{BD8C35EE-23FC-4D11-9D33-467DC22DF1F8}" type="parTrans" cxnId="{6971C316-799B-432E-BD93-0FB0A3D9DEBD}">
      <dgm:prSet/>
      <dgm:spPr/>
      <dgm:t>
        <a:bodyPr/>
        <a:lstStyle/>
        <a:p>
          <a:endParaRPr lang="es-PE"/>
        </a:p>
      </dgm:t>
    </dgm:pt>
    <dgm:pt modelId="{03EFE7C9-E33D-48F5-8C7E-A62167C74B45}" type="sibTrans" cxnId="{6971C316-799B-432E-BD93-0FB0A3D9DEBD}">
      <dgm:prSet/>
      <dgm:spPr/>
      <dgm:t>
        <a:bodyPr/>
        <a:lstStyle/>
        <a:p>
          <a:endParaRPr lang="es-PE"/>
        </a:p>
      </dgm:t>
    </dgm:pt>
    <dgm:pt modelId="{3F199DAC-8F97-49E8-BBEE-B500370EA215}">
      <dgm:prSet phldrT="[Texto]"/>
      <dgm:spPr/>
      <dgm:t>
        <a:bodyPr/>
        <a:lstStyle/>
        <a:p>
          <a:r>
            <a:rPr lang="es-ES" dirty="0"/>
            <a:t>Responsabilidad del TODO, no de una persona</a:t>
          </a:r>
          <a:endParaRPr lang="es-PE" dirty="0"/>
        </a:p>
      </dgm:t>
    </dgm:pt>
    <dgm:pt modelId="{B002FCE9-2C0F-405D-89CE-729A1A731968}" type="parTrans" cxnId="{9EA38A68-10AA-40AC-80D4-EA9D6E67AA27}">
      <dgm:prSet/>
      <dgm:spPr/>
      <dgm:t>
        <a:bodyPr/>
        <a:lstStyle/>
        <a:p>
          <a:endParaRPr lang="es-PE"/>
        </a:p>
      </dgm:t>
    </dgm:pt>
    <dgm:pt modelId="{ECBB4687-023C-46CC-AF21-C0E81AC9C1FE}" type="sibTrans" cxnId="{9EA38A68-10AA-40AC-80D4-EA9D6E67AA27}">
      <dgm:prSet/>
      <dgm:spPr/>
      <dgm:t>
        <a:bodyPr/>
        <a:lstStyle/>
        <a:p>
          <a:endParaRPr lang="es-PE"/>
        </a:p>
      </dgm:t>
    </dgm:pt>
    <dgm:pt modelId="{93A4E2A6-3FEB-4D5D-A23D-CE08661AC934}">
      <dgm:prSet phldrT="[Texto]"/>
      <dgm:spPr/>
      <dgm:t>
        <a:bodyPr/>
        <a:lstStyle/>
        <a:p>
          <a:r>
            <a:rPr lang="es-ES" dirty="0"/>
            <a:t>Scrum Master – Coach/JP</a:t>
          </a:r>
          <a:endParaRPr lang="es-PE" dirty="0"/>
        </a:p>
      </dgm:t>
    </dgm:pt>
    <dgm:pt modelId="{64EB22F1-F4A3-4E38-9B95-33E7276AE058}" type="parTrans" cxnId="{0657792B-1C78-4904-B0E3-157BF2139413}">
      <dgm:prSet/>
      <dgm:spPr/>
      <dgm:t>
        <a:bodyPr/>
        <a:lstStyle/>
        <a:p>
          <a:endParaRPr lang="es-PE"/>
        </a:p>
      </dgm:t>
    </dgm:pt>
    <dgm:pt modelId="{9E3F5092-AFD6-46E5-8DE4-DDB153EEB0E0}" type="sibTrans" cxnId="{0657792B-1C78-4904-B0E3-157BF2139413}">
      <dgm:prSet/>
      <dgm:spPr/>
      <dgm:t>
        <a:bodyPr/>
        <a:lstStyle/>
        <a:p>
          <a:endParaRPr lang="es-PE"/>
        </a:p>
      </dgm:t>
    </dgm:pt>
    <dgm:pt modelId="{3B88CAC0-D76E-4F53-B2A5-94F0A818160C}">
      <dgm:prSet phldrT="[Texto]"/>
      <dgm:spPr/>
      <dgm:t>
        <a:bodyPr/>
        <a:lstStyle/>
        <a:p>
          <a:r>
            <a:rPr lang="es-ES" dirty="0"/>
            <a:t>Líder al servicio del equipo scrum</a:t>
          </a:r>
          <a:endParaRPr lang="es-PE" dirty="0"/>
        </a:p>
      </dgm:t>
    </dgm:pt>
    <dgm:pt modelId="{79DCBB8C-47FD-4CF3-90B1-B2F9129C5978}" type="parTrans" cxnId="{2AB1E3CC-DE1A-4911-BD28-53D8E07D5435}">
      <dgm:prSet/>
      <dgm:spPr/>
      <dgm:t>
        <a:bodyPr/>
        <a:lstStyle/>
        <a:p>
          <a:endParaRPr lang="es-PE"/>
        </a:p>
      </dgm:t>
    </dgm:pt>
    <dgm:pt modelId="{E949A743-3E5F-48EC-8487-762E0A03D860}" type="sibTrans" cxnId="{2AB1E3CC-DE1A-4911-BD28-53D8E07D5435}">
      <dgm:prSet/>
      <dgm:spPr/>
      <dgm:t>
        <a:bodyPr/>
        <a:lstStyle/>
        <a:p>
          <a:endParaRPr lang="es-PE"/>
        </a:p>
      </dgm:t>
    </dgm:pt>
    <dgm:pt modelId="{C62FD7F4-898D-495B-A880-C7F05FAC694C}">
      <dgm:prSet phldrT="[Texto]"/>
      <dgm:spPr/>
      <dgm:t>
        <a:bodyPr/>
        <a:lstStyle/>
        <a:p>
          <a:r>
            <a:rPr lang="es-ES" dirty="0"/>
            <a:t>Ayuda a personas externas del equipo scrum a entender interacciones</a:t>
          </a:r>
          <a:endParaRPr lang="es-PE" dirty="0"/>
        </a:p>
      </dgm:t>
    </dgm:pt>
    <dgm:pt modelId="{B277A862-0CBF-46D2-A3AF-CB99EF0B6A21}" type="parTrans" cxnId="{021B8A36-F03D-4CD2-92F8-510F9D675AD9}">
      <dgm:prSet/>
      <dgm:spPr/>
      <dgm:t>
        <a:bodyPr/>
        <a:lstStyle/>
        <a:p>
          <a:endParaRPr lang="es-PE"/>
        </a:p>
      </dgm:t>
    </dgm:pt>
    <dgm:pt modelId="{4DB42A60-A8A7-4390-9C01-78BA2956F2E2}" type="sibTrans" cxnId="{021B8A36-F03D-4CD2-92F8-510F9D675AD9}">
      <dgm:prSet/>
      <dgm:spPr/>
      <dgm:t>
        <a:bodyPr/>
        <a:lstStyle/>
        <a:p>
          <a:endParaRPr lang="es-PE"/>
        </a:p>
      </dgm:t>
    </dgm:pt>
    <dgm:pt modelId="{4DC5AC81-E66F-4612-A400-29889C5FAEE9}">
      <dgm:prSet phldrT="[Texto]"/>
      <dgm:spPr/>
      <dgm:t>
        <a:bodyPr/>
        <a:lstStyle/>
        <a:p>
          <a:r>
            <a:rPr lang="es-ES" dirty="0"/>
            <a:t>Ordena el backlog para alcanzar objetivos</a:t>
          </a:r>
          <a:endParaRPr lang="es-PE" dirty="0"/>
        </a:p>
      </dgm:t>
    </dgm:pt>
    <dgm:pt modelId="{4EE4FD3F-1D68-4797-849D-EC92F392271E}" type="parTrans" cxnId="{CD5805BF-DE46-447E-99CF-783BE9735154}">
      <dgm:prSet/>
      <dgm:spPr/>
      <dgm:t>
        <a:bodyPr/>
        <a:lstStyle/>
        <a:p>
          <a:endParaRPr lang="es-PE"/>
        </a:p>
      </dgm:t>
    </dgm:pt>
    <dgm:pt modelId="{26940A1E-C3DA-4205-9EB5-A5898C2D430F}" type="sibTrans" cxnId="{CD5805BF-DE46-447E-99CF-783BE9735154}">
      <dgm:prSet/>
      <dgm:spPr/>
      <dgm:t>
        <a:bodyPr/>
        <a:lstStyle/>
        <a:p>
          <a:endParaRPr lang="es-PE"/>
        </a:p>
      </dgm:t>
    </dgm:pt>
    <dgm:pt modelId="{CF11FBB8-214C-464F-B5D8-02D8C486EF49}">
      <dgm:prSet phldrT="[Texto]"/>
      <dgm:spPr/>
      <dgm:t>
        <a:bodyPr/>
        <a:lstStyle/>
        <a:p>
          <a:r>
            <a:rPr lang="es-ES" dirty="0"/>
            <a:t>Son multifuncionales</a:t>
          </a:r>
          <a:endParaRPr lang="es-PE" dirty="0"/>
        </a:p>
      </dgm:t>
    </dgm:pt>
    <dgm:pt modelId="{FE307A99-3326-40DB-97BC-7B0A14D29C12}" type="parTrans" cxnId="{14AB0051-D749-4A84-9258-740978B60510}">
      <dgm:prSet/>
      <dgm:spPr/>
      <dgm:t>
        <a:bodyPr/>
        <a:lstStyle/>
        <a:p>
          <a:endParaRPr lang="es-PE"/>
        </a:p>
      </dgm:t>
    </dgm:pt>
    <dgm:pt modelId="{292E8B21-0A51-4458-8E0E-576563F50981}" type="sibTrans" cxnId="{14AB0051-D749-4A84-9258-740978B60510}">
      <dgm:prSet/>
      <dgm:spPr/>
      <dgm:t>
        <a:bodyPr/>
        <a:lstStyle/>
        <a:p>
          <a:endParaRPr lang="es-PE"/>
        </a:p>
      </dgm:t>
    </dgm:pt>
    <dgm:pt modelId="{9C7B4DDC-FC3D-48D3-8BB5-2E9531B80100}" type="pres">
      <dgm:prSet presAssocID="{0C94B1CC-34F2-4B4E-9D4B-E34E62DDD1DF}" presName="Name0" presStyleCnt="0">
        <dgm:presLayoutVars>
          <dgm:dir/>
          <dgm:animLvl val="lvl"/>
          <dgm:resizeHandles val="exact"/>
        </dgm:presLayoutVars>
      </dgm:prSet>
      <dgm:spPr/>
    </dgm:pt>
    <dgm:pt modelId="{9188DAA5-E51D-4ACA-B4BA-7BF8CC404D39}" type="pres">
      <dgm:prSet presAssocID="{93A4E2A6-3FEB-4D5D-A23D-CE08661AC934}" presName="boxAndChildren" presStyleCnt="0"/>
      <dgm:spPr/>
    </dgm:pt>
    <dgm:pt modelId="{F3AD02D3-45FB-421F-9263-BEB24C756C2D}" type="pres">
      <dgm:prSet presAssocID="{93A4E2A6-3FEB-4D5D-A23D-CE08661AC934}" presName="parentTextBox" presStyleLbl="node1" presStyleIdx="0" presStyleCnt="3"/>
      <dgm:spPr/>
    </dgm:pt>
    <dgm:pt modelId="{4B61DD82-E65F-4899-8C4C-1FFE38A150A3}" type="pres">
      <dgm:prSet presAssocID="{93A4E2A6-3FEB-4D5D-A23D-CE08661AC934}" presName="entireBox" presStyleLbl="node1" presStyleIdx="0" presStyleCnt="3"/>
      <dgm:spPr/>
    </dgm:pt>
    <dgm:pt modelId="{7C199E03-B7B3-4A2D-9FDB-BDC67C80777B}" type="pres">
      <dgm:prSet presAssocID="{93A4E2A6-3FEB-4D5D-A23D-CE08661AC934}" presName="descendantBox" presStyleCnt="0"/>
      <dgm:spPr/>
    </dgm:pt>
    <dgm:pt modelId="{2871FFBE-1A80-47C8-95F5-DE6FA4612614}" type="pres">
      <dgm:prSet presAssocID="{3B88CAC0-D76E-4F53-B2A5-94F0A818160C}" presName="childTextBox" presStyleLbl="fgAccFollowNode1" presStyleIdx="0" presStyleCnt="8">
        <dgm:presLayoutVars>
          <dgm:bulletEnabled val="1"/>
        </dgm:presLayoutVars>
      </dgm:prSet>
      <dgm:spPr/>
    </dgm:pt>
    <dgm:pt modelId="{09849B6E-BF52-41EB-94C1-C89F4DEC3A69}" type="pres">
      <dgm:prSet presAssocID="{C62FD7F4-898D-495B-A880-C7F05FAC694C}" presName="childTextBox" presStyleLbl="fgAccFollowNode1" presStyleIdx="1" presStyleCnt="8">
        <dgm:presLayoutVars>
          <dgm:bulletEnabled val="1"/>
        </dgm:presLayoutVars>
      </dgm:prSet>
      <dgm:spPr/>
    </dgm:pt>
    <dgm:pt modelId="{D39CE5DB-1638-4F54-B482-F0F2B06AA1DF}" type="pres">
      <dgm:prSet presAssocID="{4FD0C528-D9A1-4C49-B544-0E29778F4836}" presName="sp" presStyleCnt="0"/>
      <dgm:spPr/>
    </dgm:pt>
    <dgm:pt modelId="{8C0F648D-46AA-45E7-9D8A-2F184F99A89C}" type="pres">
      <dgm:prSet presAssocID="{2D1F023B-4240-4BD8-B5CD-7299417011FF}" presName="arrowAndChildren" presStyleCnt="0"/>
      <dgm:spPr/>
    </dgm:pt>
    <dgm:pt modelId="{D746FAD3-CF93-474F-93AC-2F2D1A530CC3}" type="pres">
      <dgm:prSet presAssocID="{2D1F023B-4240-4BD8-B5CD-7299417011FF}" presName="parentTextArrow" presStyleLbl="node1" presStyleIdx="0" presStyleCnt="3"/>
      <dgm:spPr/>
    </dgm:pt>
    <dgm:pt modelId="{6D346EEE-F861-46FB-8EBD-4B0EEA673B2E}" type="pres">
      <dgm:prSet presAssocID="{2D1F023B-4240-4BD8-B5CD-7299417011FF}" presName="arrow" presStyleLbl="node1" presStyleIdx="1" presStyleCnt="3"/>
      <dgm:spPr/>
    </dgm:pt>
    <dgm:pt modelId="{1C1CC640-0379-440C-90D2-D0C918C82D7C}" type="pres">
      <dgm:prSet presAssocID="{2D1F023B-4240-4BD8-B5CD-7299417011FF}" presName="descendantArrow" presStyleCnt="0"/>
      <dgm:spPr/>
    </dgm:pt>
    <dgm:pt modelId="{20E40D9D-5395-439D-82E6-F8E297899856}" type="pres">
      <dgm:prSet presAssocID="{27D81ACC-6408-41FD-912A-062D60D1A868}" presName="childTextArrow" presStyleLbl="fgAccFollowNode1" presStyleIdx="2" presStyleCnt="8">
        <dgm:presLayoutVars>
          <dgm:bulletEnabled val="1"/>
        </dgm:presLayoutVars>
      </dgm:prSet>
      <dgm:spPr/>
    </dgm:pt>
    <dgm:pt modelId="{2412DFBE-F13D-4BE1-80AC-653F145E5612}" type="pres">
      <dgm:prSet presAssocID="{3F199DAC-8F97-49E8-BBEE-B500370EA215}" presName="childTextArrow" presStyleLbl="fgAccFollowNode1" presStyleIdx="3" presStyleCnt="8">
        <dgm:presLayoutVars>
          <dgm:bulletEnabled val="1"/>
        </dgm:presLayoutVars>
      </dgm:prSet>
      <dgm:spPr/>
    </dgm:pt>
    <dgm:pt modelId="{80BA44F9-FDF1-44AE-A0BC-DF47A8521269}" type="pres">
      <dgm:prSet presAssocID="{CF11FBB8-214C-464F-B5D8-02D8C486EF49}" presName="childTextArrow" presStyleLbl="fgAccFollowNode1" presStyleIdx="4" presStyleCnt="8">
        <dgm:presLayoutVars>
          <dgm:bulletEnabled val="1"/>
        </dgm:presLayoutVars>
      </dgm:prSet>
      <dgm:spPr/>
    </dgm:pt>
    <dgm:pt modelId="{C9184890-E5F5-4528-82AA-92A89AE6DD15}" type="pres">
      <dgm:prSet presAssocID="{0E042C40-2A1C-4F47-9A84-00607EEF6C82}" presName="sp" presStyleCnt="0"/>
      <dgm:spPr/>
    </dgm:pt>
    <dgm:pt modelId="{BC306842-D377-4261-B526-8AE890A727FE}" type="pres">
      <dgm:prSet presAssocID="{2E7BF70E-A9B9-4EB2-862F-7D208BA238EC}" presName="arrowAndChildren" presStyleCnt="0"/>
      <dgm:spPr/>
    </dgm:pt>
    <dgm:pt modelId="{4EFC0C9F-C9CD-4BBC-846D-449503F85FD2}" type="pres">
      <dgm:prSet presAssocID="{2E7BF70E-A9B9-4EB2-862F-7D208BA238EC}" presName="parentTextArrow" presStyleLbl="node1" presStyleIdx="1" presStyleCnt="3"/>
      <dgm:spPr/>
    </dgm:pt>
    <dgm:pt modelId="{A87A40DD-6ADC-466A-9A31-6746978FF2CB}" type="pres">
      <dgm:prSet presAssocID="{2E7BF70E-A9B9-4EB2-862F-7D208BA238EC}" presName="arrow" presStyleLbl="node1" presStyleIdx="2" presStyleCnt="3"/>
      <dgm:spPr/>
    </dgm:pt>
    <dgm:pt modelId="{67C03BC9-B178-48E2-AD24-2E95FFAABCA8}" type="pres">
      <dgm:prSet presAssocID="{2E7BF70E-A9B9-4EB2-862F-7D208BA238EC}" presName="descendantArrow" presStyleCnt="0"/>
      <dgm:spPr/>
    </dgm:pt>
    <dgm:pt modelId="{0D144EAA-AA37-400C-A2DF-3D613F13E95C}" type="pres">
      <dgm:prSet presAssocID="{0EE37399-2EF6-4B23-9178-CB0415C7A814}" presName="childTextArrow" presStyleLbl="fgAccFollowNode1" presStyleIdx="5" presStyleCnt="8">
        <dgm:presLayoutVars>
          <dgm:bulletEnabled val="1"/>
        </dgm:presLayoutVars>
      </dgm:prSet>
      <dgm:spPr/>
    </dgm:pt>
    <dgm:pt modelId="{77C4DEFB-2571-4884-8A96-22D2C2C907BD}" type="pres">
      <dgm:prSet presAssocID="{F3E5F6C2-5DDD-4CA5-922D-990435711DA3}" presName="childTextArrow" presStyleLbl="fgAccFollowNode1" presStyleIdx="6" presStyleCnt="8">
        <dgm:presLayoutVars>
          <dgm:bulletEnabled val="1"/>
        </dgm:presLayoutVars>
      </dgm:prSet>
      <dgm:spPr/>
    </dgm:pt>
    <dgm:pt modelId="{CA5D96B9-1F85-49AB-905B-94D1DAE9D227}" type="pres">
      <dgm:prSet presAssocID="{4DC5AC81-E66F-4612-A400-29889C5FAEE9}" presName="childTextArrow" presStyleLbl="fgAccFollowNode1" presStyleIdx="7" presStyleCnt="8">
        <dgm:presLayoutVars>
          <dgm:bulletEnabled val="1"/>
        </dgm:presLayoutVars>
      </dgm:prSet>
      <dgm:spPr/>
    </dgm:pt>
  </dgm:ptLst>
  <dgm:cxnLst>
    <dgm:cxn modelId="{6971C316-799B-432E-BD93-0FB0A3D9DEBD}" srcId="{2D1F023B-4240-4BD8-B5CD-7299417011FF}" destId="{27D81ACC-6408-41FD-912A-062D60D1A868}" srcOrd="0" destOrd="0" parTransId="{BD8C35EE-23FC-4D11-9D33-467DC22DF1F8}" sibTransId="{03EFE7C9-E33D-48F5-8C7E-A62167C74B45}"/>
    <dgm:cxn modelId="{F8BEB61D-A8A3-4FCE-B02E-A78DEA7B3781}" type="presOf" srcId="{3F199DAC-8F97-49E8-BBEE-B500370EA215}" destId="{2412DFBE-F13D-4BE1-80AC-653F145E5612}" srcOrd="0" destOrd="0" presId="urn:microsoft.com/office/officeart/2005/8/layout/process4"/>
    <dgm:cxn modelId="{72285229-DF3B-40F0-9BB1-E791842C65DB}" srcId="{0C94B1CC-34F2-4B4E-9D4B-E34E62DDD1DF}" destId="{2D1F023B-4240-4BD8-B5CD-7299417011FF}" srcOrd="1" destOrd="0" parTransId="{2B4D8215-454F-4C10-B4FF-8CDE8AFC0123}" sibTransId="{4FD0C528-D9A1-4C49-B544-0E29778F4836}"/>
    <dgm:cxn modelId="{C90AAF2A-7BFD-4540-9CDE-7604DD34464C}" type="presOf" srcId="{27D81ACC-6408-41FD-912A-062D60D1A868}" destId="{20E40D9D-5395-439D-82E6-F8E297899856}" srcOrd="0" destOrd="0" presId="urn:microsoft.com/office/officeart/2005/8/layout/process4"/>
    <dgm:cxn modelId="{0657792B-1C78-4904-B0E3-157BF2139413}" srcId="{0C94B1CC-34F2-4B4E-9D4B-E34E62DDD1DF}" destId="{93A4E2A6-3FEB-4D5D-A23D-CE08661AC934}" srcOrd="2" destOrd="0" parTransId="{64EB22F1-F4A3-4E38-9B95-33E7276AE058}" sibTransId="{9E3F5092-AFD6-46E5-8DE4-DDB153EEB0E0}"/>
    <dgm:cxn modelId="{D834832F-E932-4FEC-8388-C441F35F26DF}" type="presOf" srcId="{2E7BF70E-A9B9-4EB2-862F-7D208BA238EC}" destId="{4EFC0C9F-C9CD-4BBC-846D-449503F85FD2}" srcOrd="0" destOrd="0" presId="urn:microsoft.com/office/officeart/2005/8/layout/process4"/>
    <dgm:cxn modelId="{021B8A36-F03D-4CD2-92F8-510F9D675AD9}" srcId="{93A4E2A6-3FEB-4D5D-A23D-CE08661AC934}" destId="{C62FD7F4-898D-495B-A880-C7F05FAC694C}" srcOrd="1" destOrd="0" parTransId="{B277A862-0CBF-46D2-A3AF-CB99EF0B6A21}" sibTransId="{4DB42A60-A8A7-4390-9C01-78BA2956F2E2}"/>
    <dgm:cxn modelId="{860E9238-769A-4015-8913-5AD98906C540}" type="presOf" srcId="{2D1F023B-4240-4BD8-B5CD-7299417011FF}" destId="{6D346EEE-F861-46FB-8EBD-4B0EEA673B2E}" srcOrd="1" destOrd="0" presId="urn:microsoft.com/office/officeart/2005/8/layout/process4"/>
    <dgm:cxn modelId="{C7E10264-59F3-4D27-BC74-E65B25FF0E48}" type="presOf" srcId="{93A4E2A6-3FEB-4D5D-A23D-CE08661AC934}" destId="{4B61DD82-E65F-4899-8C4C-1FFE38A150A3}" srcOrd="1" destOrd="0" presId="urn:microsoft.com/office/officeart/2005/8/layout/process4"/>
    <dgm:cxn modelId="{9EA38A68-10AA-40AC-80D4-EA9D6E67AA27}" srcId="{2D1F023B-4240-4BD8-B5CD-7299417011FF}" destId="{3F199DAC-8F97-49E8-BBEE-B500370EA215}" srcOrd="1" destOrd="0" parTransId="{B002FCE9-2C0F-405D-89CE-729A1A731968}" sibTransId="{ECBB4687-023C-46CC-AF21-C0E81AC9C1FE}"/>
    <dgm:cxn modelId="{2360D04A-8B97-443E-A2D2-D423E5FC7132}" type="presOf" srcId="{CF11FBB8-214C-464F-B5D8-02D8C486EF49}" destId="{80BA44F9-FDF1-44AE-A0BC-DF47A8521269}" srcOrd="0" destOrd="0" presId="urn:microsoft.com/office/officeart/2005/8/layout/process4"/>
    <dgm:cxn modelId="{3571EE4B-EBE2-40FC-9A8B-7F09A44E3942}" type="presOf" srcId="{2E7BF70E-A9B9-4EB2-862F-7D208BA238EC}" destId="{A87A40DD-6ADC-466A-9A31-6746978FF2CB}" srcOrd="1" destOrd="0" presId="urn:microsoft.com/office/officeart/2005/8/layout/process4"/>
    <dgm:cxn modelId="{14AB0051-D749-4A84-9258-740978B60510}" srcId="{2D1F023B-4240-4BD8-B5CD-7299417011FF}" destId="{CF11FBB8-214C-464F-B5D8-02D8C486EF49}" srcOrd="2" destOrd="0" parTransId="{FE307A99-3326-40DB-97BC-7B0A14D29C12}" sibTransId="{292E8B21-0A51-4458-8E0E-576563F50981}"/>
    <dgm:cxn modelId="{301B8857-B5B8-467F-A74D-BD8C47D95605}" srcId="{2E7BF70E-A9B9-4EB2-862F-7D208BA238EC}" destId="{F3E5F6C2-5DDD-4CA5-922D-990435711DA3}" srcOrd="1" destOrd="0" parTransId="{A3326509-555B-4CFA-BCF2-27FA6BF1C688}" sibTransId="{3A871CC7-106E-4E60-9BEA-1C9D10F64548}"/>
    <dgm:cxn modelId="{3985088C-33BB-4F91-B95A-D97AF928F453}" type="presOf" srcId="{0EE37399-2EF6-4B23-9178-CB0415C7A814}" destId="{0D144EAA-AA37-400C-A2DF-3D613F13E95C}" srcOrd="0" destOrd="0" presId="urn:microsoft.com/office/officeart/2005/8/layout/process4"/>
    <dgm:cxn modelId="{A42A1E8E-C244-47AA-AAA8-ACC2A4226FCB}" type="presOf" srcId="{F3E5F6C2-5DDD-4CA5-922D-990435711DA3}" destId="{77C4DEFB-2571-4884-8A96-22D2C2C907BD}" srcOrd="0" destOrd="0" presId="urn:microsoft.com/office/officeart/2005/8/layout/process4"/>
    <dgm:cxn modelId="{48BCE5A2-1EFF-470C-99F4-37B5E07FF372}" srcId="{0C94B1CC-34F2-4B4E-9D4B-E34E62DDD1DF}" destId="{2E7BF70E-A9B9-4EB2-862F-7D208BA238EC}" srcOrd="0" destOrd="0" parTransId="{25BA250F-0F09-4168-89FD-7556B42CA328}" sibTransId="{0E042C40-2A1C-4F47-9A84-00607EEF6C82}"/>
    <dgm:cxn modelId="{838865AE-5CE7-49B7-A11B-D3F75273AC76}" srcId="{2E7BF70E-A9B9-4EB2-862F-7D208BA238EC}" destId="{0EE37399-2EF6-4B23-9178-CB0415C7A814}" srcOrd="0" destOrd="0" parTransId="{72E2CEDD-7589-4CCD-B83D-3E3D23E73CB7}" sibTransId="{98CC9D46-0B21-426E-A44F-27AD8EBBA202}"/>
    <dgm:cxn modelId="{CD5805BF-DE46-447E-99CF-783BE9735154}" srcId="{2E7BF70E-A9B9-4EB2-862F-7D208BA238EC}" destId="{4DC5AC81-E66F-4612-A400-29889C5FAEE9}" srcOrd="2" destOrd="0" parTransId="{4EE4FD3F-1D68-4797-849D-EC92F392271E}" sibTransId="{26940A1E-C3DA-4205-9EB5-A5898C2D430F}"/>
    <dgm:cxn modelId="{F937E6C3-9FD8-499E-B200-AE76EA8C627F}" type="presOf" srcId="{2D1F023B-4240-4BD8-B5CD-7299417011FF}" destId="{D746FAD3-CF93-474F-93AC-2F2D1A530CC3}" srcOrd="0" destOrd="0" presId="urn:microsoft.com/office/officeart/2005/8/layout/process4"/>
    <dgm:cxn modelId="{259F2DC7-7CDB-456E-ADFE-ED2C66143E8A}" type="presOf" srcId="{93A4E2A6-3FEB-4D5D-A23D-CE08661AC934}" destId="{F3AD02D3-45FB-421F-9263-BEB24C756C2D}" srcOrd="0" destOrd="0" presId="urn:microsoft.com/office/officeart/2005/8/layout/process4"/>
    <dgm:cxn modelId="{2AB1E3CC-DE1A-4911-BD28-53D8E07D5435}" srcId="{93A4E2A6-3FEB-4D5D-A23D-CE08661AC934}" destId="{3B88CAC0-D76E-4F53-B2A5-94F0A818160C}" srcOrd="0" destOrd="0" parTransId="{79DCBB8C-47FD-4CF3-90B1-B2F9129C5978}" sibTransId="{E949A743-3E5F-48EC-8487-762E0A03D860}"/>
    <dgm:cxn modelId="{B7EC56D0-FE1C-4CE2-A86D-C5A36859DF08}" type="presOf" srcId="{0C94B1CC-34F2-4B4E-9D4B-E34E62DDD1DF}" destId="{9C7B4DDC-FC3D-48D3-8BB5-2E9531B80100}" srcOrd="0" destOrd="0" presId="urn:microsoft.com/office/officeart/2005/8/layout/process4"/>
    <dgm:cxn modelId="{280248E0-FF07-43C4-A238-4BA71A366B66}" type="presOf" srcId="{C62FD7F4-898D-495B-A880-C7F05FAC694C}" destId="{09849B6E-BF52-41EB-94C1-C89F4DEC3A69}" srcOrd="0" destOrd="0" presId="urn:microsoft.com/office/officeart/2005/8/layout/process4"/>
    <dgm:cxn modelId="{0ED0C7E3-F791-4B86-9956-9F30820031B8}" type="presOf" srcId="{3B88CAC0-D76E-4F53-B2A5-94F0A818160C}" destId="{2871FFBE-1A80-47C8-95F5-DE6FA4612614}" srcOrd="0" destOrd="0" presId="urn:microsoft.com/office/officeart/2005/8/layout/process4"/>
    <dgm:cxn modelId="{5C8429E7-65B8-49E3-B35D-3EA4CD4187C5}" type="presOf" srcId="{4DC5AC81-E66F-4612-A400-29889C5FAEE9}" destId="{CA5D96B9-1F85-49AB-905B-94D1DAE9D227}" srcOrd="0" destOrd="0" presId="urn:microsoft.com/office/officeart/2005/8/layout/process4"/>
    <dgm:cxn modelId="{D38E2580-8F17-44D0-9DF7-4CA8B3496812}" type="presParOf" srcId="{9C7B4DDC-FC3D-48D3-8BB5-2E9531B80100}" destId="{9188DAA5-E51D-4ACA-B4BA-7BF8CC404D39}" srcOrd="0" destOrd="0" presId="urn:microsoft.com/office/officeart/2005/8/layout/process4"/>
    <dgm:cxn modelId="{9A100589-F4FB-42CA-A79A-E0B532483351}" type="presParOf" srcId="{9188DAA5-E51D-4ACA-B4BA-7BF8CC404D39}" destId="{F3AD02D3-45FB-421F-9263-BEB24C756C2D}" srcOrd="0" destOrd="0" presId="urn:microsoft.com/office/officeart/2005/8/layout/process4"/>
    <dgm:cxn modelId="{573EAAB1-24D0-4E26-9C13-9EE68824B51A}" type="presParOf" srcId="{9188DAA5-E51D-4ACA-B4BA-7BF8CC404D39}" destId="{4B61DD82-E65F-4899-8C4C-1FFE38A150A3}" srcOrd="1" destOrd="0" presId="urn:microsoft.com/office/officeart/2005/8/layout/process4"/>
    <dgm:cxn modelId="{C999F2C5-0AE9-422B-9BEA-35ADF9087F8D}" type="presParOf" srcId="{9188DAA5-E51D-4ACA-B4BA-7BF8CC404D39}" destId="{7C199E03-B7B3-4A2D-9FDB-BDC67C80777B}" srcOrd="2" destOrd="0" presId="urn:microsoft.com/office/officeart/2005/8/layout/process4"/>
    <dgm:cxn modelId="{C9584242-9BB2-42E9-89E7-05463DE419A0}" type="presParOf" srcId="{7C199E03-B7B3-4A2D-9FDB-BDC67C80777B}" destId="{2871FFBE-1A80-47C8-95F5-DE6FA4612614}" srcOrd="0" destOrd="0" presId="urn:microsoft.com/office/officeart/2005/8/layout/process4"/>
    <dgm:cxn modelId="{EA27ED5A-F06F-43A0-8671-712059E4A0D9}" type="presParOf" srcId="{7C199E03-B7B3-4A2D-9FDB-BDC67C80777B}" destId="{09849B6E-BF52-41EB-94C1-C89F4DEC3A69}" srcOrd="1" destOrd="0" presId="urn:microsoft.com/office/officeart/2005/8/layout/process4"/>
    <dgm:cxn modelId="{BE8DB1F3-C0BA-4669-A062-5337B7C14D0F}" type="presParOf" srcId="{9C7B4DDC-FC3D-48D3-8BB5-2E9531B80100}" destId="{D39CE5DB-1638-4F54-B482-F0F2B06AA1DF}" srcOrd="1" destOrd="0" presId="urn:microsoft.com/office/officeart/2005/8/layout/process4"/>
    <dgm:cxn modelId="{A3AA8BF7-AFFA-4FB1-AA0E-9240B0955AAE}" type="presParOf" srcId="{9C7B4DDC-FC3D-48D3-8BB5-2E9531B80100}" destId="{8C0F648D-46AA-45E7-9D8A-2F184F99A89C}" srcOrd="2" destOrd="0" presId="urn:microsoft.com/office/officeart/2005/8/layout/process4"/>
    <dgm:cxn modelId="{7E8FC89D-1DEC-4EA6-B473-45F863CF4944}" type="presParOf" srcId="{8C0F648D-46AA-45E7-9D8A-2F184F99A89C}" destId="{D746FAD3-CF93-474F-93AC-2F2D1A530CC3}" srcOrd="0" destOrd="0" presId="urn:microsoft.com/office/officeart/2005/8/layout/process4"/>
    <dgm:cxn modelId="{9088226D-CBDD-4B21-822B-72362940A1D8}" type="presParOf" srcId="{8C0F648D-46AA-45E7-9D8A-2F184F99A89C}" destId="{6D346EEE-F861-46FB-8EBD-4B0EEA673B2E}" srcOrd="1" destOrd="0" presId="urn:microsoft.com/office/officeart/2005/8/layout/process4"/>
    <dgm:cxn modelId="{BBA5F205-F8C1-4669-8932-1E8790460155}" type="presParOf" srcId="{8C0F648D-46AA-45E7-9D8A-2F184F99A89C}" destId="{1C1CC640-0379-440C-90D2-D0C918C82D7C}" srcOrd="2" destOrd="0" presId="urn:microsoft.com/office/officeart/2005/8/layout/process4"/>
    <dgm:cxn modelId="{11B38014-F12B-4FBD-B4DB-E68F7F417038}" type="presParOf" srcId="{1C1CC640-0379-440C-90D2-D0C918C82D7C}" destId="{20E40D9D-5395-439D-82E6-F8E297899856}" srcOrd="0" destOrd="0" presId="urn:microsoft.com/office/officeart/2005/8/layout/process4"/>
    <dgm:cxn modelId="{B183B0A2-3C86-4455-92FE-13415C1EBFC7}" type="presParOf" srcId="{1C1CC640-0379-440C-90D2-D0C918C82D7C}" destId="{2412DFBE-F13D-4BE1-80AC-653F145E5612}" srcOrd="1" destOrd="0" presId="urn:microsoft.com/office/officeart/2005/8/layout/process4"/>
    <dgm:cxn modelId="{ECB5EDE0-66E5-4925-BDFA-8EE16B19359A}" type="presParOf" srcId="{1C1CC640-0379-440C-90D2-D0C918C82D7C}" destId="{80BA44F9-FDF1-44AE-A0BC-DF47A8521269}" srcOrd="2" destOrd="0" presId="urn:microsoft.com/office/officeart/2005/8/layout/process4"/>
    <dgm:cxn modelId="{62E962AB-997C-453D-9CB8-2A483204DCF0}" type="presParOf" srcId="{9C7B4DDC-FC3D-48D3-8BB5-2E9531B80100}" destId="{C9184890-E5F5-4528-82AA-92A89AE6DD15}" srcOrd="3" destOrd="0" presId="urn:microsoft.com/office/officeart/2005/8/layout/process4"/>
    <dgm:cxn modelId="{88B8B3D0-D59F-4E45-88C6-1A0A4AFF879A}" type="presParOf" srcId="{9C7B4DDC-FC3D-48D3-8BB5-2E9531B80100}" destId="{BC306842-D377-4261-B526-8AE890A727FE}" srcOrd="4" destOrd="0" presId="urn:microsoft.com/office/officeart/2005/8/layout/process4"/>
    <dgm:cxn modelId="{15E83D20-0398-40A5-85E7-C0FDD965925C}" type="presParOf" srcId="{BC306842-D377-4261-B526-8AE890A727FE}" destId="{4EFC0C9F-C9CD-4BBC-846D-449503F85FD2}" srcOrd="0" destOrd="0" presId="urn:microsoft.com/office/officeart/2005/8/layout/process4"/>
    <dgm:cxn modelId="{B211EE5B-C5A3-4954-92F5-A389911935F5}" type="presParOf" srcId="{BC306842-D377-4261-B526-8AE890A727FE}" destId="{A87A40DD-6ADC-466A-9A31-6746978FF2CB}" srcOrd="1" destOrd="0" presId="urn:microsoft.com/office/officeart/2005/8/layout/process4"/>
    <dgm:cxn modelId="{2403B8D1-7543-43B7-B4AC-0046CC402BA4}" type="presParOf" srcId="{BC306842-D377-4261-B526-8AE890A727FE}" destId="{67C03BC9-B178-48E2-AD24-2E95FFAABCA8}" srcOrd="2" destOrd="0" presId="urn:microsoft.com/office/officeart/2005/8/layout/process4"/>
    <dgm:cxn modelId="{07951839-1A0C-422D-BF92-D2F9734F0CFF}" type="presParOf" srcId="{67C03BC9-B178-48E2-AD24-2E95FFAABCA8}" destId="{0D144EAA-AA37-400C-A2DF-3D613F13E95C}" srcOrd="0" destOrd="0" presId="urn:microsoft.com/office/officeart/2005/8/layout/process4"/>
    <dgm:cxn modelId="{4851AF18-24B7-45E4-902F-AB0447EAEF4F}" type="presParOf" srcId="{67C03BC9-B178-48E2-AD24-2E95FFAABCA8}" destId="{77C4DEFB-2571-4884-8A96-22D2C2C907BD}" srcOrd="1" destOrd="0" presId="urn:microsoft.com/office/officeart/2005/8/layout/process4"/>
    <dgm:cxn modelId="{6139A417-DA37-4424-BA8F-9ED3ACF1E990}" type="presParOf" srcId="{67C03BC9-B178-48E2-AD24-2E95FFAABCA8}" destId="{CA5D96B9-1F85-49AB-905B-94D1DAE9D227}" srcOrd="2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95B39E4-C687-4476-A509-E2A144FCD4CE}" type="doc">
      <dgm:prSet loTypeId="urn:microsoft.com/office/officeart/2009/3/layout/SubStepProcess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PE"/>
        </a:p>
      </dgm:t>
    </dgm:pt>
    <dgm:pt modelId="{63C09803-C2ED-46F7-AE40-650962C3C3F5}">
      <dgm:prSet phldrT="[Texto]" custT="1"/>
      <dgm:spPr/>
      <dgm:t>
        <a:bodyPr/>
        <a:lstStyle/>
        <a:p>
          <a:r>
            <a:rPr lang="es-ES" sz="2400" dirty="0" err="1"/>
            <a:t>Daily</a:t>
          </a:r>
          <a:r>
            <a:rPr lang="es-ES" sz="2400" dirty="0"/>
            <a:t> Meetings</a:t>
          </a:r>
          <a:endParaRPr lang="es-PE" sz="2400" dirty="0"/>
        </a:p>
      </dgm:t>
    </dgm:pt>
    <dgm:pt modelId="{ED286679-316E-4290-8B0B-98752EFD960C}" type="parTrans" cxnId="{D2F0CD17-64C4-487A-9897-8CDE07179923}">
      <dgm:prSet/>
      <dgm:spPr/>
      <dgm:t>
        <a:bodyPr/>
        <a:lstStyle/>
        <a:p>
          <a:endParaRPr lang="es-PE"/>
        </a:p>
      </dgm:t>
    </dgm:pt>
    <dgm:pt modelId="{12CB3CD8-A3BB-4D11-BB5F-4135E5FD8608}" type="sibTrans" cxnId="{D2F0CD17-64C4-487A-9897-8CDE07179923}">
      <dgm:prSet/>
      <dgm:spPr/>
      <dgm:t>
        <a:bodyPr/>
        <a:lstStyle/>
        <a:p>
          <a:endParaRPr lang="es-PE"/>
        </a:p>
      </dgm:t>
    </dgm:pt>
    <dgm:pt modelId="{A23945DC-DE62-457F-B7EA-D005F6D1320C}">
      <dgm:prSet phldrT="[Texto]"/>
      <dgm:spPr/>
      <dgm:t>
        <a:bodyPr/>
        <a:lstStyle/>
        <a:p>
          <a:r>
            <a:rPr lang="es-ES" dirty="0"/>
            <a:t>¿Qué hice ayer?</a:t>
          </a:r>
          <a:endParaRPr lang="es-PE" dirty="0"/>
        </a:p>
      </dgm:t>
    </dgm:pt>
    <dgm:pt modelId="{6304764B-B442-492C-A3A1-73E9319D6001}" type="parTrans" cxnId="{D750D02F-2729-4456-91DF-D5F94AA05630}">
      <dgm:prSet/>
      <dgm:spPr/>
      <dgm:t>
        <a:bodyPr/>
        <a:lstStyle/>
        <a:p>
          <a:endParaRPr lang="es-PE"/>
        </a:p>
      </dgm:t>
    </dgm:pt>
    <dgm:pt modelId="{5546178C-A19C-4B1B-B441-4C7A48AEF61F}" type="sibTrans" cxnId="{D750D02F-2729-4456-91DF-D5F94AA05630}">
      <dgm:prSet/>
      <dgm:spPr/>
      <dgm:t>
        <a:bodyPr/>
        <a:lstStyle/>
        <a:p>
          <a:endParaRPr lang="es-PE"/>
        </a:p>
      </dgm:t>
    </dgm:pt>
    <dgm:pt modelId="{28B011A9-EE35-45F7-8767-8607CA19E307}">
      <dgm:prSet phldrT="[Texto]"/>
      <dgm:spPr/>
      <dgm:t>
        <a:bodyPr/>
        <a:lstStyle/>
        <a:p>
          <a:r>
            <a:rPr lang="es-ES" dirty="0"/>
            <a:t>¿Qué haré hoy?</a:t>
          </a:r>
          <a:endParaRPr lang="es-PE" dirty="0"/>
        </a:p>
      </dgm:t>
    </dgm:pt>
    <dgm:pt modelId="{F92FDB00-9351-4C10-AD66-66D3CB30397D}" type="parTrans" cxnId="{B3E359CD-D1AC-412B-A002-549E33A16686}">
      <dgm:prSet/>
      <dgm:spPr/>
      <dgm:t>
        <a:bodyPr/>
        <a:lstStyle/>
        <a:p>
          <a:endParaRPr lang="es-PE"/>
        </a:p>
      </dgm:t>
    </dgm:pt>
    <dgm:pt modelId="{158B78E6-4D93-49E0-8007-E826A982B541}" type="sibTrans" cxnId="{B3E359CD-D1AC-412B-A002-549E33A16686}">
      <dgm:prSet/>
      <dgm:spPr/>
      <dgm:t>
        <a:bodyPr/>
        <a:lstStyle/>
        <a:p>
          <a:endParaRPr lang="es-PE"/>
        </a:p>
      </dgm:t>
    </dgm:pt>
    <dgm:pt modelId="{3C53FA3A-BD3E-4201-88E5-69BCECFAD711}">
      <dgm:prSet phldrT="[Texto]"/>
      <dgm:spPr/>
      <dgm:t>
        <a:bodyPr/>
        <a:lstStyle/>
        <a:p>
          <a:r>
            <a:rPr lang="es-ES" dirty="0"/>
            <a:t>¿Qué impedimentos tengo?</a:t>
          </a:r>
          <a:endParaRPr lang="es-PE" dirty="0"/>
        </a:p>
      </dgm:t>
    </dgm:pt>
    <dgm:pt modelId="{3C3BC6B7-90B5-4C95-9F06-97F1128EFD8D}" type="parTrans" cxnId="{81896FB1-FEE2-4C51-A373-C82FAB91F008}">
      <dgm:prSet/>
      <dgm:spPr/>
      <dgm:t>
        <a:bodyPr/>
        <a:lstStyle/>
        <a:p>
          <a:endParaRPr lang="es-PE"/>
        </a:p>
      </dgm:t>
    </dgm:pt>
    <dgm:pt modelId="{531517AE-B5B0-4DDB-9AF8-1792B62E4A7A}" type="sibTrans" cxnId="{81896FB1-FEE2-4C51-A373-C82FAB91F008}">
      <dgm:prSet/>
      <dgm:spPr/>
      <dgm:t>
        <a:bodyPr/>
        <a:lstStyle/>
        <a:p>
          <a:endParaRPr lang="es-PE"/>
        </a:p>
      </dgm:t>
    </dgm:pt>
    <dgm:pt modelId="{8FBF104E-37E3-4B96-B0DD-6ADB01A02906}" type="pres">
      <dgm:prSet presAssocID="{295B39E4-C687-4476-A509-E2A144FCD4CE}" presName="Name0" presStyleCnt="0">
        <dgm:presLayoutVars>
          <dgm:chMax val="7"/>
          <dgm:dir/>
          <dgm:animOne val="branch"/>
        </dgm:presLayoutVars>
      </dgm:prSet>
      <dgm:spPr/>
    </dgm:pt>
    <dgm:pt modelId="{BA0AD490-224F-464E-B43F-2B6CD7BE6550}" type="pres">
      <dgm:prSet presAssocID="{63C09803-C2ED-46F7-AE40-650962C3C3F5}" presName="parTx1" presStyleLbl="node1" presStyleIdx="0" presStyleCnt="1"/>
      <dgm:spPr/>
    </dgm:pt>
    <dgm:pt modelId="{CFA6B772-D345-45D4-ABCE-24848582F17F}" type="pres">
      <dgm:prSet presAssocID="{63C09803-C2ED-46F7-AE40-650962C3C3F5}" presName="spPre1" presStyleCnt="0"/>
      <dgm:spPr/>
    </dgm:pt>
    <dgm:pt modelId="{3E98CBBE-44AE-4185-9053-CBBF8DB2CEDD}" type="pres">
      <dgm:prSet presAssocID="{63C09803-C2ED-46F7-AE40-650962C3C3F5}" presName="chLin1" presStyleCnt="0"/>
      <dgm:spPr/>
    </dgm:pt>
    <dgm:pt modelId="{4DE0A783-31EC-4A8A-899B-3CB2F2E5C1F1}" type="pres">
      <dgm:prSet presAssocID="{6304764B-B442-492C-A3A1-73E9319D6001}" presName="Name11" presStyleLbl="parChTrans1D1" presStyleIdx="0" presStyleCnt="6"/>
      <dgm:spPr/>
    </dgm:pt>
    <dgm:pt modelId="{5BF49999-5B0B-4571-9950-D47BA0ADD091}" type="pres">
      <dgm:prSet presAssocID="{A23945DC-DE62-457F-B7EA-D005F6D1320C}" presName="txAndLines1" presStyleCnt="0"/>
      <dgm:spPr/>
    </dgm:pt>
    <dgm:pt modelId="{00FDBA3D-4A3C-4348-A23C-07FD4E1A5617}" type="pres">
      <dgm:prSet presAssocID="{A23945DC-DE62-457F-B7EA-D005F6D1320C}" presName="anchor1" presStyleCnt="0"/>
      <dgm:spPr/>
    </dgm:pt>
    <dgm:pt modelId="{E56C4D50-6505-4491-9A17-D4C8A59FC547}" type="pres">
      <dgm:prSet presAssocID="{A23945DC-DE62-457F-B7EA-D005F6D1320C}" presName="backup1" presStyleCnt="0"/>
      <dgm:spPr/>
    </dgm:pt>
    <dgm:pt modelId="{378863E0-7D86-4D44-93D4-973471F60D8B}" type="pres">
      <dgm:prSet presAssocID="{A23945DC-DE62-457F-B7EA-D005F6D1320C}" presName="preLine1" presStyleLbl="parChTrans1D1" presStyleIdx="1" presStyleCnt="6"/>
      <dgm:spPr/>
    </dgm:pt>
    <dgm:pt modelId="{4C1E53B5-8B77-4883-90AC-D45B2BCEB16F}" type="pres">
      <dgm:prSet presAssocID="{A23945DC-DE62-457F-B7EA-D005F6D1320C}" presName="desTx1" presStyleLbl="revTx" presStyleIdx="0" presStyleCnt="0">
        <dgm:presLayoutVars>
          <dgm:bulletEnabled val="1"/>
        </dgm:presLayoutVars>
      </dgm:prSet>
      <dgm:spPr/>
    </dgm:pt>
    <dgm:pt modelId="{2A4A4C00-C6D6-4DBA-B4CC-E9AFA57B38DB}" type="pres">
      <dgm:prSet presAssocID="{F92FDB00-9351-4C10-AD66-66D3CB30397D}" presName="Name11" presStyleLbl="parChTrans1D1" presStyleIdx="2" presStyleCnt="6"/>
      <dgm:spPr/>
    </dgm:pt>
    <dgm:pt modelId="{3B6A901F-D3D8-439A-9D14-C4E5FF94F64D}" type="pres">
      <dgm:prSet presAssocID="{28B011A9-EE35-45F7-8767-8607CA19E307}" presName="txAndLines1" presStyleCnt="0"/>
      <dgm:spPr/>
    </dgm:pt>
    <dgm:pt modelId="{31DE5F40-F4B6-481A-8E40-3643365C09D9}" type="pres">
      <dgm:prSet presAssocID="{28B011A9-EE35-45F7-8767-8607CA19E307}" presName="anchor1" presStyleCnt="0"/>
      <dgm:spPr/>
    </dgm:pt>
    <dgm:pt modelId="{411DC1E1-AA13-4BE3-AC2C-321601824082}" type="pres">
      <dgm:prSet presAssocID="{28B011A9-EE35-45F7-8767-8607CA19E307}" presName="backup1" presStyleCnt="0"/>
      <dgm:spPr/>
    </dgm:pt>
    <dgm:pt modelId="{CD55E172-C772-4710-BFE5-5AD4DAEEE47E}" type="pres">
      <dgm:prSet presAssocID="{28B011A9-EE35-45F7-8767-8607CA19E307}" presName="preLine1" presStyleLbl="parChTrans1D1" presStyleIdx="3" presStyleCnt="6"/>
      <dgm:spPr/>
    </dgm:pt>
    <dgm:pt modelId="{14F30AAB-A5E4-4C94-8703-900A10603BA7}" type="pres">
      <dgm:prSet presAssocID="{28B011A9-EE35-45F7-8767-8607CA19E307}" presName="desTx1" presStyleLbl="revTx" presStyleIdx="0" presStyleCnt="0">
        <dgm:presLayoutVars>
          <dgm:bulletEnabled val="1"/>
        </dgm:presLayoutVars>
      </dgm:prSet>
      <dgm:spPr/>
    </dgm:pt>
    <dgm:pt modelId="{457DD83B-49A7-4965-ADDB-E97A9FE2CACD}" type="pres">
      <dgm:prSet presAssocID="{3C3BC6B7-90B5-4C95-9F06-97F1128EFD8D}" presName="Name11" presStyleLbl="parChTrans1D1" presStyleIdx="4" presStyleCnt="6"/>
      <dgm:spPr/>
    </dgm:pt>
    <dgm:pt modelId="{2AC22F33-FD6E-4F07-8FF4-4DD7CFFC9DDB}" type="pres">
      <dgm:prSet presAssocID="{3C53FA3A-BD3E-4201-88E5-69BCECFAD711}" presName="txAndLines1" presStyleCnt="0"/>
      <dgm:spPr/>
    </dgm:pt>
    <dgm:pt modelId="{F31C1188-CE7D-4B81-A21F-6BE389FD01BF}" type="pres">
      <dgm:prSet presAssocID="{3C53FA3A-BD3E-4201-88E5-69BCECFAD711}" presName="anchor1" presStyleCnt="0"/>
      <dgm:spPr/>
    </dgm:pt>
    <dgm:pt modelId="{5C54543C-52F1-47E0-9706-6DC9F59515B8}" type="pres">
      <dgm:prSet presAssocID="{3C53FA3A-BD3E-4201-88E5-69BCECFAD711}" presName="backup1" presStyleCnt="0"/>
      <dgm:spPr/>
    </dgm:pt>
    <dgm:pt modelId="{4383145B-8775-4BFC-9649-F25AB3A13954}" type="pres">
      <dgm:prSet presAssocID="{3C53FA3A-BD3E-4201-88E5-69BCECFAD711}" presName="preLine1" presStyleLbl="parChTrans1D1" presStyleIdx="5" presStyleCnt="6"/>
      <dgm:spPr/>
    </dgm:pt>
    <dgm:pt modelId="{94D0F3D3-4D4B-422F-A021-6F82E44ADC6B}" type="pres">
      <dgm:prSet presAssocID="{3C53FA3A-BD3E-4201-88E5-69BCECFAD711}" presName="desTx1" presStyleLbl="revTx" presStyleIdx="0" presStyleCnt="0">
        <dgm:presLayoutVars>
          <dgm:bulletEnabled val="1"/>
        </dgm:presLayoutVars>
      </dgm:prSet>
      <dgm:spPr/>
    </dgm:pt>
  </dgm:ptLst>
  <dgm:cxnLst>
    <dgm:cxn modelId="{A584410E-C733-4E4E-BE31-AECFEF51332A}" type="presOf" srcId="{63C09803-C2ED-46F7-AE40-650962C3C3F5}" destId="{BA0AD490-224F-464E-B43F-2B6CD7BE6550}" srcOrd="0" destOrd="0" presId="urn:microsoft.com/office/officeart/2009/3/layout/SubStepProcess"/>
    <dgm:cxn modelId="{D2F0CD17-64C4-487A-9897-8CDE07179923}" srcId="{295B39E4-C687-4476-A509-E2A144FCD4CE}" destId="{63C09803-C2ED-46F7-AE40-650962C3C3F5}" srcOrd="0" destOrd="0" parTransId="{ED286679-316E-4290-8B0B-98752EFD960C}" sibTransId="{12CB3CD8-A3BB-4D11-BB5F-4135E5FD8608}"/>
    <dgm:cxn modelId="{CBA6B71F-1EA8-4360-A837-6A3B1595F773}" type="presOf" srcId="{3C53FA3A-BD3E-4201-88E5-69BCECFAD711}" destId="{94D0F3D3-4D4B-422F-A021-6F82E44ADC6B}" srcOrd="0" destOrd="0" presId="urn:microsoft.com/office/officeart/2009/3/layout/SubStepProcess"/>
    <dgm:cxn modelId="{3E5C4F29-D5A0-42CF-A711-53849834C2FB}" type="presOf" srcId="{295B39E4-C687-4476-A509-E2A144FCD4CE}" destId="{8FBF104E-37E3-4B96-B0DD-6ADB01A02906}" srcOrd="0" destOrd="0" presId="urn:microsoft.com/office/officeart/2009/3/layout/SubStepProcess"/>
    <dgm:cxn modelId="{D750D02F-2729-4456-91DF-D5F94AA05630}" srcId="{63C09803-C2ED-46F7-AE40-650962C3C3F5}" destId="{A23945DC-DE62-457F-B7EA-D005F6D1320C}" srcOrd="0" destOrd="0" parTransId="{6304764B-B442-492C-A3A1-73E9319D6001}" sibTransId="{5546178C-A19C-4B1B-B441-4C7A48AEF61F}"/>
    <dgm:cxn modelId="{81896FB1-FEE2-4C51-A373-C82FAB91F008}" srcId="{63C09803-C2ED-46F7-AE40-650962C3C3F5}" destId="{3C53FA3A-BD3E-4201-88E5-69BCECFAD711}" srcOrd="2" destOrd="0" parTransId="{3C3BC6B7-90B5-4C95-9F06-97F1128EFD8D}" sibTransId="{531517AE-B5B0-4DDB-9AF8-1792B62E4A7A}"/>
    <dgm:cxn modelId="{B3E359CD-D1AC-412B-A002-549E33A16686}" srcId="{63C09803-C2ED-46F7-AE40-650962C3C3F5}" destId="{28B011A9-EE35-45F7-8767-8607CA19E307}" srcOrd="1" destOrd="0" parTransId="{F92FDB00-9351-4C10-AD66-66D3CB30397D}" sibTransId="{158B78E6-4D93-49E0-8007-E826A982B541}"/>
    <dgm:cxn modelId="{E02B0FE5-14F2-449D-951E-476CB3DF380D}" type="presOf" srcId="{28B011A9-EE35-45F7-8767-8607CA19E307}" destId="{14F30AAB-A5E4-4C94-8703-900A10603BA7}" srcOrd="0" destOrd="0" presId="urn:microsoft.com/office/officeart/2009/3/layout/SubStepProcess"/>
    <dgm:cxn modelId="{67BED6EF-7500-44BF-83DF-DCAD8B43184C}" type="presOf" srcId="{A23945DC-DE62-457F-B7EA-D005F6D1320C}" destId="{4C1E53B5-8B77-4883-90AC-D45B2BCEB16F}" srcOrd="0" destOrd="0" presId="urn:microsoft.com/office/officeart/2009/3/layout/SubStepProcess"/>
    <dgm:cxn modelId="{6868A3F4-A853-4049-A03B-7281832DA92A}" type="presParOf" srcId="{8FBF104E-37E3-4B96-B0DD-6ADB01A02906}" destId="{BA0AD490-224F-464E-B43F-2B6CD7BE6550}" srcOrd="0" destOrd="0" presId="urn:microsoft.com/office/officeart/2009/3/layout/SubStepProcess"/>
    <dgm:cxn modelId="{B8DE86EA-AD3B-434C-B249-158EFA497D33}" type="presParOf" srcId="{8FBF104E-37E3-4B96-B0DD-6ADB01A02906}" destId="{CFA6B772-D345-45D4-ABCE-24848582F17F}" srcOrd="1" destOrd="0" presId="urn:microsoft.com/office/officeart/2009/3/layout/SubStepProcess"/>
    <dgm:cxn modelId="{34699B07-0127-4741-B224-EEAFED9C4A8A}" type="presParOf" srcId="{8FBF104E-37E3-4B96-B0DD-6ADB01A02906}" destId="{3E98CBBE-44AE-4185-9053-CBBF8DB2CEDD}" srcOrd="2" destOrd="0" presId="urn:microsoft.com/office/officeart/2009/3/layout/SubStepProcess"/>
    <dgm:cxn modelId="{1D7ABE9C-3207-47DE-92BF-77667376D056}" type="presParOf" srcId="{3E98CBBE-44AE-4185-9053-CBBF8DB2CEDD}" destId="{4DE0A783-31EC-4A8A-899B-3CB2F2E5C1F1}" srcOrd="0" destOrd="0" presId="urn:microsoft.com/office/officeart/2009/3/layout/SubStepProcess"/>
    <dgm:cxn modelId="{538CA571-AF99-40F9-904C-48FB06C9DB9F}" type="presParOf" srcId="{3E98CBBE-44AE-4185-9053-CBBF8DB2CEDD}" destId="{5BF49999-5B0B-4571-9950-D47BA0ADD091}" srcOrd="1" destOrd="0" presId="urn:microsoft.com/office/officeart/2009/3/layout/SubStepProcess"/>
    <dgm:cxn modelId="{D602B7A2-7996-4A00-BC31-2BBE412435FC}" type="presParOf" srcId="{5BF49999-5B0B-4571-9950-D47BA0ADD091}" destId="{00FDBA3D-4A3C-4348-A23C-07FD4E1A5617}" srcOrd="0" destOrd="0" presId="urn:microsoft.com/office/officeart/2009/3/layout/SubStepProcess"/>
    <dgm:cxn modelId="{4C5463C5-0B04-40E4-A37E-D54CCA172B24}" type="presParOf" srcId="{5BF49999-5B0B-4571-9950-D47BA0ADD091}" destId="{E56C4D50-6505-4491-9A17-D4C8A59FC547}" srcOrd="1" destOrd="0" presId="urn:microsoft.com/office/officeart/2009/3/layout/SubStepProcess"/>
    <dgm:cxn modelId="{B0ADD239-156B-4BE5-A7DB-46A771487978}" type="presParOf" srcId="{5BF49999-5B0B-4571-9950-D47BA0ADD091}" destId="{378863E0-7D86-4D44-93D4-973471F60D8B}" srcOrd="2" destOrd="0" presId="urn:microsoft.com/office/officeart/2009/3/layout/SubStepProcess"/>
    <dgm:cxn modelId="{719E90FB-6930-4988-8A37-7F8516B4C59F}" type="presParOf" srcId="{5BF49999-5B0B-4571-9950-D47BA0ADD091}" destId="{4C1E53B5-8B77-4883-90AC-D45B2BCEB16F}" srcOrd="3" destOrd="0" presId="urn:microsoft.com/office/officeart/2009/3/layout/SubStepProcess"/>
    <dgm:cxn modelId="{F929D967-EEB6-42A8-89E7-D02D96828764}" type="presParOf" srcId="{3E98CBBE-44AE-4185-9053-CBBF8DB2CEDD}" destId="{2A4A4C00-C6D6-4DBA-B4CC-E9AFA57B38DB}" srcOrd="2" destOrd="0" presId="urn:microsoft.com/office/officeart/2009/3/layout/SubStepProcess"/>
    <dgm:cxn modelId="{1EE20AF7-6C79-42FE-A22A-C2336C8241FB}" type="presParOf" srcId="{3E98CBBE-44AE-4185-9053-CBBF8DB2CEDD}" destId="{3B6A901F-D3D8-439A-9D14-C4E5FF94F64D}" srcOrd="3" destOrd="0" presId="urn:microsoft.com/office/officeart/2009/3/layout/SubStepProcess"/>
    <dgm:cxn modelId="{C4DFF308-F46C-458B-AD0F-7E074015449C}" type="presParOf" srcId="{3B6A901F-D3D8-439A-9D14-C4E5FF94F64D}" destId="{31DE5F40-F4B6-481A-8E40-3643365C09D9}" srcOrd="0" destOrd="0" presId="urn:microsoft.com/office/officeart/2009/3/layout/SubStepProcess"/>
    <dgm:cxn modelId="{E35FE0BA-DE92-476A-BA32-80213876F705}" type="presParOf" srcId="{3B6A901F-D3D8-439A-9D14-C4E5FF94F64D}" destId="{411DC1E1-AA13-4BE3-AC2C-321601824082}" srcOrd="1" destOrd="0" presId="urn:microsoft.com/office/officeart/2009/3/layout/SubStepProcess"/>
    <dgm:cxn modelId="{FB005675-9FCC-4745-92B2-CC98B96210FE}" type="presParOf" srcId="{3B6A901F-D3D8-439A-9D14-C4E5FF94F64D}" destId="{CD55E172-C772-4710-BFE5-5AD4DAEEE47E}" srcOrd="2" destOrd="0" presId="urn:microsoft.com/office/officeart/2009/3/layout/SubStepProcess"/>
    <dgm:cxn modelId="{DB8BAD81-1051-4CAD-A2B7-7B36E4F33D12}" type="presParOf" srcId="{3B6A901F-D3D8-439A-9D14-C4E5FF94F64D}" destId="{14F30AAB-A5E4-4C94-8703-900A10603BA7}" srcOrd="3" destOrd="0" presId="urn:microsoft.com/office/officeart/2009/3/layout/SubStepProcess"/>
    <dgm:cxn modelId="{27932D6D-FF57-4CE1-931B-601B13511AC4}" type="presParOf" srcId="{3E98CBBE-44AE-4185-9053-CBBF8DB2CEDD}" destId="{457DD83B-49A7-4965-ADDB-E97A9FE2CACD}" srcOrd="4" destOrd="0" presId="urn:microsoft.com/office/officeart/2009/3/layout/SubStepProcess"/>
    <dgm:cxn modelId="{4E3B7C56-9915-417C-9ABA-C530C10AB9CB}" type="presParOf" srcId="{3E98CBBE-44AE-4185-9053-CBBF8DB2CEDD}" destId="{2AC22F33-FD6E-4F07-8FF4-4DD7CFFC9DDB}" srcOrd="5" destOrd="0" presId="urn:microsoft.com/office/officeart/2009/3/layout/SubStepProcess"/>
    <dgm:cxn modelId="{6259F331-751C-4D68-BC18-3D9D43CAD25D}" type="presParOf" srcId="{2AC22F33-FD6E-4F07-8FF4-4DD7CFFC9DDB}" destId="{F31C1188-CE7D-4B81-A21F-6BE389FD01BF}" srcOrd="0" destOrd="0" presId="urn:microsoft.com/office/officeart/2009/3/layout/SubStepProcess"/>
    <dgm:cxn modelId="{7B9AC5C6-D8E6-49F4-9C80-4C67EF44785B}" type="presParOf" srcId="{2AC22F33-FD6E-4F07-8FF4-4DD7CFFC9DDB}" destId="{5C54543C-52F1-47E0-9706-6DC9F59515B8}" srcOrd="1" destOrd="0" presId="urn:microsoft.com/office/officeart/2009/3/layout/SubStepProcess"/>
    <dgm:cxn modelId="{F2FEF871-EFFE-465D-8E53-753992339E50}" type="presParOf" srcId="{2AC22F33-FD6E-4F07-8FF4-4DD7CFFC9DDB}" destId="{4383145B-8775-4BFC-9649-F25AB3A13954}" srcOrd="2" destOrd="0" presId="urn:microsoft.com/office/officeart/2009/3/layout/SubStepProcess"/>
    <dgm:cxn modelId="{F0053427-F72E-4BF5-B845-BD8E3DD96954}" type="presParOf" srcId="{2AC22F33-FD6E-4F07-8FF4-4DD7CFFC9DDB}" destId="{94D0F3D3-4D4B-422F-A021-6F82E44ADC6B}" srcOrd="3" destOrd="0" presId="urn:microsoft.com/office/officeart/2009/3/layout/SubSte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78A947-BCA3-48A0-A11A-5B61D716DA15}">
      <dsp:nvSpPr>
        <dsp:cNvPr id="0" name=""/>
        <dsp:cNvSpPr/>
      </dsp:nvSpPr>
      <dsp:spPr>
        <a:xfrm rot="5400000">
          <a:off x="-211771" y="213216"/>
          <a:ext cx="1411808" cy="98826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Roles</a:t>
          </a:r>
          <a:endParaRPr lang="es-PE" sz="1400" kern="1200" dirty="0"/>
        </a:p>
      </dsp:txBody>
      <dsp:txXfrm rot="-5400000">
        <a:off x="1" y="495578"/>
        <a:ext cx="988265" cy="423543"/>
      </dsp:txXfrm>
    </dsp:sp>
    <dsp:sp modelId="{4C639B92-82EF-41FB-91E4-F9C6CAD2F273}">
      <dsp:nvSpPr>
        <dsp:cNvPr id="0" name=""/>
        <dsp:cNvSpPr/>
      </dsp:nvSpPr>
      <dsp:spPr>
        <a:xfrm rot="5400000">
          <a:off x="2079748" y="-1090037"/>
          <a:ext cx="917675" cy="310064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6350" rIns="6350" bIns="63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000" kern="1200" dirty="0"/>
            <a:t>Scrum Master</a:t>
          </a:r>
          <a:endParaRPr lang="es-PE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000" kern="1200" dirty="0" err="1"/>
            <a:t>Product</a:t>
          </a:r>
          <a:r>
            <a:rPr lang="es-ES" sz="1000" kern="1200" dirty="0"/>
            <a:t> </a:t>
          </a:r>
          <a:r>
            <a:rPr lang="es-ES" sz="1000" kern="1200" dirty="0" err="1"/>
            <a:t>Owner</a:t>
          </a:r>
          <a:endParaRPr lang="es-PE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000" kern="1200" dirty="0"/>
            <a:t>Equipo Desarrollo (Dev + QA)</a:t>
          </a:r>
          <a:endParaRPr lang="es-PE" sz="1000" kern="1200" dirty="0"/>
        </a:p>
      </dsp:txBody>
      <dsp:txXfrm rot="-5400000">
        <a:off x="988266" y="46242"/>
        <a:ext cx="3055844" cy="828081"/>
      </dsp:txXfrm>
    </dsp:sp>
    <dsp:sp modelId="{89F52643-A3B9-48A2-9D0A-E33F481E277B}">
      <dsp:nvSpPr>
        <dsp:cNvPr id="0" name=""/>
        <dsp:cNvSpPr/>
      </dsp:nvSpPr>
      <dsp:spPr>
        <a:xfrm rot="5400000">
          <a:off x="-211771" y="1428329"/>
          <a:ext cx="1411808" cy="98826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Ceremonias</a:t>
          </a:r>
          <a:endParaRPr lang="es-PE" sz="1400" kern="1200" dirty="0"/>
        </a:p>
      </dsp:txBody>
      <dsp:txXfrm rot="-5400000">
        <a:off x="1" y="1710691"/>
        <a:ext cx="988265" cy="423543"/>
      </dsp:txXfrm>
    </dsp:sp>
    <dsp:sp modelId="{903EA480-B8AF-47F4-BFD7-596CEFF93B5C}">
      <dsp:nvSpPr>
        <dsp:cNvPr id="0" name=""/>
        <dsp:cNvSpPr/>
      </dsp:nvSpPr>
      <dsp:spPr>
        <a:xfrm rot="5400000">
          <a:off x="2079748" y="125075"/>
          <a:ext cx="917675" cy="310064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6350" rIns="6350" bIns="63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000" kern="1200" dirty="0"/>
            <a:t>Planificación</a:t>
          </a:r>
          <a:endParaRPr lang="es-PE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000" kern="1200" dirty="0"/>
            <a:t>Sprint</a:t>
          </a:r>
          <a:endParaRPr lang="es-PE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000" kern="1200" dirty="0" err="1"/>
            <a:t>Daily</a:t>
          </a:r>
          <a:endParaRPr lang="es-PE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000" kern="1200" dirty="0" err="1"/>
            <a:t>Retrospectica</a:t>
          </a:r>
          <a:endParaRPr lang="es-PE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000" kern="1200" dirty="0" err="1"/>
            <a:t>Review</a:t>
          </a:r>
          <a:endParaRPr lang="es-PE" sz="1000" kern="1200" dirty="0"/>
        </a:p>
      </dsp:txBody>
      <dsp:txXfrm rot="-5400000">
        <a:off x="988266" y="1261355"/>
        <a:ext cx="3055844" cy="828081"/>
      </dsp:txXfrm>
    </dsp:sp>
    <dsp:sp modelId="{93084806-BCAE-48EE-940D-EBD6B00B4443}">
      <dsp:nvSpPr>
        <dsp:cNvPr id="0" name=""/>
        <dsp:cNvSpPr/>
      </dsp:nvSpPr>
      <dsp:spPr>
        <a:xfrm rot="5400000">
          <a:off x="-211771" y="2643442"/>
          <a:ext cx="1411808" cy="98826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Artefactos</a:t>
          </a:r>
          <a:endParaRPr lang="es-PE" sz="1400" kern="1200" dirty="0"/>
        </a:p>
      </dsp:txBody>
      <dsp:txXfrm rot="-5400000">
        <a:off x="1" y="2925804"/>
        <a:ext cx="988265" cy="423543"/>
      </dsp:txXfrm>
    </dsp:sp>
    <dsp:sp modelId="{199F2C0D-C478-45A0-8784-F4600CF66CC5}">
      <dsp:nvSpPr>
        <dsp:cNvPr id="0" name=""/>
        <dsp:cNvSpPr/>
      </dsp:nvSpPr>
      <dsp:spPr>
        <a:xfrm rot="5400000">
          <a:off x="2079748" y="1340188"/>
          <a:ext cx="917675" cy="310064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6350" rIns="6350" bIns="63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000" kern="1200" dirty="0"/>
            <a:t>Backlog priorizado</a:t>
          </a:r>
          <a:endParaRPr lang="es-PE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000" kern="1200" dirty="0"/>
            <a:t>Sprint Backlog</a:t>
          </a:r>
          <a:endParaRPr lang="es-PE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000" kern="1200" dirty="0"/>
            <a:t>Incremento del producto</a:t>
          </a:r>
          <a:endParaRPr lang="es-PE" sz="1000" kern="1200" dirty="0"/>
        </a:p>
      </dsp:txBody>
      <dsp:txXfrm rot="-5400000">
        <a:off x="988266" y="2476468"/>
        <a:ext cx="3055844" cy="8280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61DD82-E65F-4899-8C4C-1FFE38A150A3}">
      <dsp:nvSpPr>
        <dsp:cNvPr id="0" name=""/>
        <dsp:cNvSpPr/>
      </dsp:nvSpPr>
      <dsp:spPr>
        <a:xfrm>
          <a:off x="0" y="3103677"/>
          <a:ext cx="7449351" cy="101869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Scrum Master – Coach/JP</a:t>
          </a:r>
          <a:endParaRPr lang="es-PE" sz="2000" kern="1200" dirty="0"/>
        </a:p>
      </dsp:txBody>
      <dsp:txXfrm>
        <a:off x="0" y="3103677"/>
        <a:ext cx="7449351" cy="550095"/>
      </dsp:txXfrm>
    </dsp:sp>
    <dsp:sp modelId="{2871FFBE-1A80-47C8-95F5-DE6FA4612614}">
      <dsp:nvSpPr>
        <dsp:cNvPr id="0" name=""/>
        <dsp:cNvSpPr/>
      </dsp:nvSpPr>
      <dsp:spPr>
        <a:xfrm>
          <a:off x="0" y="3633399"/>
          <a:ext cx="3724675" cy="46860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Líder al servicio del equipo scrum</a:t>
          </a:r>
          <a:endParaRPr lang="es-PE" sz="1500" kern="1200" dirty="0"/>
        </a:p>
      </dsp:txBody>
      <dsp:txXfrm>
        <a:off x="0" y="3633399"/>
        <a:ext cx="3724675" cy="468600"/>
      </dsp:txXfrm>
    </dsp:sp>
    <dsp:sp modelId="{09849B6E-BF52-41EB-94C1-C89F4DEC3A69}">
      <dsp:nvSpPr>
        <dsp:cNvPr id="0" name=""/>
        <dsp:cNvSpPr/>
      </dsp:nvSpPr>
      <dsp:spPr>
        <a:xfrm>
          <a:off x="3724675" y="3633399"/>
          <a:ext cx="3724675" cy="468600"/>
        </a:xfrm>
        <a:prstGeom prst="rect">
          <a:avLst/>
        </a:prstGeom>
        <a:solidFill>
          <a:schemeClr val="accent5">
            <a:tint val="40000"/>
            <a:alpha val="90000"/>
            <a:hueOff val="-579212"/>
            <a:satOff val="411"/>
            <a:lumOff val="53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Ayuda a personas externas del equipo scrum a entender interacciones</a:t>
          </a:r>
          <a:endParaRPr lang="es-PE" sz="1500" kern="1200" dirty="0"/>
        </a:p>
      </dsp:txBody>
      <dsp:txXfrm>
        <a:off x="3724675" y="3633399"/>
        <a:ext cx="3724675" cy="468600"/>
      </dsp:txXfrm>
    </dsp:sp>
    <dsp:sp modelId="{6D346EEE-F861-46FB-8EBD-4B0EEA673B2E}">
      <dsp:nvSpPr>
        <dsp:cNvPr id="0" name=""/>
        <dsp:cNvSpPr/>
      </dsp:nvSpPr>
      <dsp:spPr>
        <a:xfrm rot="10800000">
          <a:off x="0" y="1552202"/>
          <a:ext cx="7449351" cy="1566754"/>
        </a:xfrm>
        <a:prstGeom prst="upArrowCallout">
          <a:avLst/>
        </a:prstGeom>
        <a:solidFill>
          <a:schemeClr val="accent5">
            <a:hueOff val="-1274254"/>
            <a:satOff val="-5044"/>
            <a:lumOff val="166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Equipo Desarrollo - Alumnos</a:t>
          </a:r>
          <a:endParaRPr lang="es-PE" sz="2000" kern="1200" dirty="0"/>
        </a:p>
      </dsp:txBody>
      <dsp:txXfrm rot="-10800000">
        <a:off x="0" y="1552202"/>
        <a:ext cx="7449351" cy="549930"/>
      </dsp:txXfrm>
    </dsp:sp>
    <dsp:sp modelId="{20E40D9D-5395-439D-82E6-F8E297899856}">
      <dsp:nvSpPr>
        <dsp:cNvPr id="0" name=""/>
        <dsp:cNvSpPr/>
      </dsp:nvSpPr>
      <dsp:spPr>
        <a:xfrm>
          <a:off x="3637" y="2102133"/>
          <a:ext cx="2480692" cy="468459"/>
        </a:xfrm>
        <a:prstGeom prst="rect">
          <a:avLst/>
        </a:prstGeom>
        <a:solidFill>
          <a:schemeClr val="accent5">
            <a:tint val="40000"/>
            <a:alpha val="90000"/>
            <a:hueOff val="-1158425"/>
            <a:satOff val="822"/>
            <a:lumOff val="106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Son autoorganizados. Nadie indica cómo trabajar</a:t>
          </a:r>
          <a:endParaRPr lang="es-PE" sz="1500" kern="1200" dirty="0"/>
        </a:p>
      </dsp:txBody>
      <dsp:txXfrm>
        <a:off x="3637" y="2102133"/>
        <a:ext cx="2480692" cy="468459"/>
      </dsp:txXfrm>
    </dsp:sp>
    <dsp:sp modelId="{2412DFBE-F13D-4BE1-80AC-653F145E5612}">
      <dsp:nvSpPr>
        <dsp:cNvPr id="0" name=""/>
        <dsp:cNvSpPr/>
      </dsp:nvSpPr>
      <dsp:spPr>
        <a:xfrm>
          <a:off x="2484329" y="2102133"/>
          <a:ext cx="2480692" cy="468459"/>
        </a:xfrm>
        <a:prstGeom prst="rect">
          <a:avLst/>
        </a:prstGeom>
        <a:solidFill>
          <a:schemeClr val="accent5">
            <a:tint val="40000"/>
            <a:alpha val="90000"/>
            <a:hueOff val="-1737637"/>
            <a:satOff val="1233"/>
            <a:lumOff val="159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Responsabilidad del TODO, no de una persona</a:t>
          </a:r>
          <a:endParaRPr lang="es-PE" sz="1500" kern="1200" dirty="0"/>
        </a:p>
      </dsp:txBody>
      <dsp:txXfrm>
        <a:off x="2484329" y="2102133"/>
        <a:ext cx="2480692" cy="468459"/>
      </dsp:txXfrm>
    </dsp:sp>
    <dsp:sp modelId="{80BA44F9-FDF1-44AE-A0BC-DF47A8521269}">
      <dsp:nvSpPr>
        <dsp:cNvPr id="0" name=""/>
        <dsp:cNvSpPr/>
      </dsp:nvSpPr>
      <dsp:spPr>
        <a:xfrm>
          <a:off x="4965021" y="2102133"/>
          <a:ext cx="2480692" cy="468459"/>
        </a:xfrm>
        <a:prstGeom prst="rect">
          <a:avLst/>
        </a:prstGeom>
        <a:solidFill>
          <a:schemeClr val="accent5">
            <a:tint val="40000"/>
            <a:alpha val="90000"/>
            <a:hueOff val="-2316850"/>
            <a:satOff val="1643"/>
            <a:lumOff val="211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Son multifuncionales</a:t>
          </a:r>
          <a:endParaRPr lang="es-PE" sz="1500" kern="1200" dirty="0"/>
        </a:p>
      </dsp:txBody>
      <dsp:txXfrm>
        <a:off x="4965021" y="2102133"/>
        <a:ext cx="2480692" cy="468459"/>
      </dsp:txXfrm>
    </dsp:sp>
    <dsp:sp modelId="{A87A40DD-6ADC-466A-9A31-6746978FF2CB}">
      <dsp:nvSpPr>
        <dsp:cNvPr id="0" name=""/>
        <dsp:cNvSpPr/>
      </dsp:nvSpPr>
      <dsp:spPr>
        <a:xfrm rot="10800000">
          <a:off x="0" y="728"/>
          <a:ext cx="7449351" cy="1566754"/>
        </a:xfrm>
        <a:prstGeom prst="upArrowCallout">
          <a:avLst/>
        </a:prstGeom>
        <a:solidFill>
          <a:schemeClr val="accent5">
            <a:hueOff val="-2548508"/>
            <a:satOff val="-10087"/>
            <a:lumOff val="332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 err="1"/>
            <a:t>Product</a:t>
          </a:r>
          <a:r>
            <a:rPr lang="es-ES" sz="2000" kern="1200" dirty="0"/>
            <a:t> </a:t>
          </a:r>
          <a:r>
            <a:rPr lang="es-ES" sz="2000" kern="1200" dirty="0" err="1"/>
            <a:t>Owner</a:t>
          </a:r>
          <a:r>
            <a:rPr lang="es-ES" sz="2000" kern="1200" dirty="0"/>
            <a:t> – Profesor</a:t>
          </a:r>
          <a:endParaRPr lang="es-PE" sz="2000" kern="1200" dirty="0"/>
        </a:p>
      </dsp:txBody>
      <dsp:txXfrm rot="-10800000">
        <a:off x="0" y="728"/>
        <a:ext cx="7449351" cy="549930"/>
      </dsp:txXfrm>
    </dsp:sp>
    <dsp:sp modelId="{0D144EAA-AA37-400C-A2DF-3D613F13E95C}">
      <dsp:nvSpPr>
        <dsp:cNvPr id="0" name=""/>
        <dsp:cNvSpPr/>
      </dsp:nvSpPr>
      <dsp:spPr>
        <a:xfrm>
          <a:off x="3637" y="550659"/>
          <a:ext cx="2480692" cy="468459"/>
        </a:xfrm>
        <a:prstGeom prst="rect">
          <a:avLst/>
        </a:prstGeom>
        <a:solidFill>
          <a:schemeClr val="accent5">
            <a:tint val="40000"/>
            <a:alpha val="90000"/>
            <a:hueOff val="-2896062"/>
            <a:satOff val="2054"/>
            <a:lumOff val="264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Maximiza el valor del producto</a:t>
          </a:r>
          <a:endParaRPr lang="es-PE" sz="1500" kern="1200" dirty="0"/>
        </a:p>
      </dsp:txBody>
      <dsp:txXfrm>
        <a:off x="3637" y="550659"/>
        <a:ext cx="2480692" cy="468459"/>
      </dsp:txXfrm>
    </dsp:sp>
    <dsp:sp modelId="{77C4DEFB-2571-4884-8A96-22D2C2C907BD}">
      <dsp:nvSpPr>
        <dsp:cNvPr id="0" name=""/>
        <dsp:cNvSpPr/>
      </dsp:nvSpPr>
      <dsp:spPr>
        <a:xfrm>
          <a:off x="2484329" y="550659"/>
          <a:ext cx="2480692" cy="468459"/>
        </a:xfrm>
        <a:prstGeom prst="rect">
          <a:avLst/>
        </a:prstGeom>
        <a:solidFill>
          <a:schemeClr val="accent5">
            <a:tint val="40000"/>
            <a:alpha val="90000"/>
            <a:hueOff val="-3475275"/>
            <a:satOff val="2465"/>
            <a:lumOff val="317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Expresa claramente el backlog</a:t>
          </a:r>
          <a:endParaRPr lang="es-PE" sz="1500" kern="1200" dirty="0"/>
        </a:p>
      </dsp:txBody>
      <dsp:txXfrm>
        <a:off x="2484329" y="550659"/>
        <a:ext cx="2480692" cy="468459"/>
      </dsp:txXfrm>
    </dsp:sp>
    <dsp:sp modelId="{CA5D96B9-1F85-49AB-905B-94D1DAE9D227}">
      <dsp:nvSpPr>
        <dsp:cNvPr id="0" name=""/>
        <dsp:cNvSpPr/>
      </dsp:nvSpPr>
      <dsp:spPr>
        <a:xfrm>
          <a:off x="4965021" y="550659"/>
          <a:ext cx="2480692" cy="468459"/>
        </a:xfrm>
        <a:prstGeom prst="rect">
          <a:avLst/>
        </a:prstGeom>
        <a:solidFill>
          <a:schemeClr val="accent5">
            <a:tint val="40000"/>
            <a:alpha val="90000"/>
            <a:hueOff val="-4054487"/>
            <a:satOff val="2876"/>
            <a:lumOff val="37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Ordena el backlog para alcanzar objetivos</a:t>
          </a:r>
          <a:endParaRPr lang="es-PE" sz="1500" kern="1200" dirty="0"/>
        </a:p>
      </dsp:txBody>
      <dsp:txXfrm>
        <a:off x="4965021" y="550659"/>
        <a:ext cx="2480692" cy="46845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0AD490-224F-464E-B43F-2B6CD7BE6550}">
      <dsp:nvSpPr>
        <dsp:cNvPr id="0" name=""/>
        <dsp:cNvSpPr/>
      </dsp:nvSpPr>
      <dsp:spPr>
        <a:xfrm>
          <a:off x="440176" y="0"/>
          <a:ext cx="2470056" cy="247005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dirty="0" err="1"/>
            <a:t>Daily</a:t>
          </a:r>
          <a:r>
            <a:rPr lang="es-ES" sz="2400" kern="1200" dirty="0"/>
            <a:t> Meetings</a:t>
          </a:r>
          <a:endParaRPr lang="es-PE" sz="2400" kern="1200" dirty="0"/>
        </a:p>
      </dsp:txBody>
      <dsp:txXfrm>
        <a:off x="801907" y="361731"/>
        <a:ext cx="1746594" cy="1746594"/>
      </dsp:txXfrm>
    </dsp:sp>
    <dsp:sp modelId="{4DE0A783-31EC-4A8A-899B-3CB2F2E5C1F1}">
      <dsp:nvSpPr>
        <dsp:cNvPr id="0" name=""/>
        <dsp:cNvSpPr/>
      </dsp:nvSpPr>
      <dsp:spPr>
        <a:xfrm rot="19061950">
          <a:off x="2868055" y="778512"/>
          <a:ext cx="1087733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87733" y="0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8863E0-7D86-4D44-93D4-973471F60D8B}">
      <dsp:nvSpPr>
        <dsp:cNvPr id="0" name=""/>
        <dsp:cNvSpPr/>
      </dsp:nvSpPr>
      <dsp:spPr>
        <a:xfrm>
          <a:off x="3814177" y="412477"/>
          <a:ext cx="391327" cy="0"/>
        </a:xfrm>
        <a:prstGeom prst="line">
          <a:avLst/>
        </a:pr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1E53B5-8B77-4883-90AC-D45B2BCEB16F}">
      <dsp:nvSpPr>
        <dsp:cNvPr id="0" name=""/>
        <dsp:cNvSpPr/>
      </dsp:nvSpPr>
      <dsp:spPr>
        <a:xfrm>
          <a:off x="4205505" y="1201"/>
          <a:ext cx="2774870" cy="82255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¿Qué hice ayer?</a:t>
          </a:r>
          <a:endParaRPr lang="es-PE" sz="2000" kern="1200" dirty="0"/>
        </a:p>
      </dsp:txBody>
      <dsp:txXfrm>
        <a:off x="4205505" y="1201"/>
        <a:ext cx="2774870" cy="822550"/>
      </dsp:txXfrm>
    </dsp:sp>
    <dsp:sp modelId="{2A4A4C00-C6D6-4DBA-B4CC-E9AFA57B38DB}">
      <dsp:nvSpPr>
        <dsp:cNvPr id="0" name=""/>
        <dsp:cNvSpPr/>
      </dsp:nvSpPr>
      <dsp:spPr>
        <a:xfrm>
          <a:off x="3009666" y="1235027"/>
          <a:ext cx="804511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04511" y="0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55E172-C772-4710-BFE5-5AD4DAEEE47E}">
      <dsp:nvSpPr>
        <dsp:cNvPr id="0" name=""/>
        <dsp:cNvSpPr/>
      </dsp:nvSpPr>
      <dsp:spPr>
        <a:xfrm>
          <a:off x="3814177" y="1235028"/>
          <a:ext cx="391327" cy="0"/>
        </a:xfrm>
        <a:prstGeom prst="line">
          <a:avLst/>
        </a:pr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F30AAB-A5E4-4C94-8703-900A10603BA7}">
      <dsp:nvSpPr>
        <dsp:cNvPr id="0" name=""/>
        <dsp:cNvSpPr/>
      </dsp:nvSpPr>
      <dsp:spPr>
        <a:xfrm>
          <a:off x="4205505" y="823752"/>
          <a:ext cx="2774870" cy="82255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¿Qué haré hoy?</a:t>
          </a:r>
          <a:endParaRPr lang="es-PE" sz="2000" kern="1200" dirty="0"/>
        </a:p>
      </dsp:txBody>
      <dsp:txXfrm>
        <a:off x="4205505" y="823752"/>
        <a:ext cx="2774870" cy="822550"/>
      </dsp:txXfrm>
    </dsp:sp>
    <dsp:sp modelId="{457DD83B-49A7-4965-ADDB-E97A9FE2CACD}">
      <dsp:nvSpPr>
        <dsp:cNvPr id="0" name=""/>
        <dsp:cNvSpPr/>
      </dsp:nvSpPr>
      <dsp:spPr>
        <a:xfrm rot="2538050">
          <a:off x="2868055" y="1691543"/>
          <a:ext cx="1087733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087733" y="0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83145B-8775-4BFC-9649-F25AB3A13954}">
      <dsp:nvSpPr>
        <dsp:cNvPr id="0" name=""/>
        <dsp:cNvSpPr/>
      </dsp:nvSpPr>
      <dsp:spPr>
        <a:xfrm>
          <a:off x="3814177" y="2057578"/>
          <a:ext cx="391327" cy="0"/>
        </a:xfrm>
        <a:prstGeom prst="line">
          <a:avLst/>
        </a:pr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D0F3D3-4D4B-422F-A021-6F82E44ADC6B}">
      <dsp:nvSpPr>
        <dsp:cNvPr id="0" name=""/>
        <dsp:cNvSpPr/>
      </dsp:nvSpPr>
      <dsp:spPr>
        <a:xfrm>
          <a:off x="4205505" y="1646303"/>
          <a:ext cx="2774870" cy="82255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¿Qué impedimentos tengo?</a:t>
          </a:r>
          <a:endParaRPr lang="es-PE" sz="2000" kern="1200" dirty="0"/>
        </a:p>
      </dsp:txBody>
      <dsp:txXfrm>
        <a:off x="4205505" y="1646303"/>
        <a:ext cx="2774870" cy="8225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SubStepProcess">
  <dgm:title val=""/>
  <dgm:desc val=""/>
  <dgm:catLst>
    <dgm:cat type="process" pri="122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61" srcId="1" destId="11" srcOrd="0" destOrd="0"/>
        <dgm:cxn modelId="62" srcId="1" destId="12" srcOrd="1" destOrd="0"/>
        <dgm:cxn modelId="7" srcId="0" destId="2" srcOrd="0" destOrd="0"/>
        <dgm:cxn modelId="8" srcId="0" destId="3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8" srcId="0" destId="1" srcOrd="0" destOrd="0"/>
        <dgm:cxn modelId="81" srcId="1" destId="11" srcOrd="0" destOrd="0"/>
        <dgm:cxn modelId="82" srcId="1" destId="12" srcOrd="1" destOrd="0"/>
        <dgm:cxn modelId="9" srcId="0" destId="2" srcOrd="0" destOrd="0"/>
        <dgm:cxn modelId="10" srcId="0" destId="3" srcOrd="0" destOrd="0"/>
        <dgm:cxn modelId="11" srcId="0" destId="4" srcOrd="0" destOrd="0"/>
      </dgm:cxnLst>
      <dgm:bg/>
      <dgm:whole/>
    </dgm:dataModel>
  </dgm:clrData>
  <dgm:layoutNode name="Name0">
    <dgm:varLst>
      <dgm:chMax val="7"/>
      <dgm:dir/>
      <dgm:animOne val="branch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Tx1" refType="w"/>
      <dgm:constr type="w" for="ch" forName="chLin1" refType="w" refFor="ch" refForName="parTx1" fact="1.38"/>
      <dgm:constr type="h" for="ch" forName="chLin1" refType="h"/>
      <dgm:constr type="w" for="ch" forName="spPre1" refType="w" fact="0.27"/>
      <dgm:constr type="w" for="ch" forName="spPost1" refType="w" fact="0.27"/>
      <dgm:constr type="h" for="ch" forName="spPre1" refType="h"/>
      <dgm:constr type="h" for="ch" forName="spPost1" refType="h"/>
      <dgm:constr type="primFontSz" for="ch" forName="parTx1" val="65"/>
      <dgm:constr type="primFontSz" for="des" forName="desTx1" refType="primFontSz" refFor="ch" refForName="parTx1" fact="0.78"/>
      <dgm:constr type="primFontSz" for="des" forName="desTx1" op="equ"/>
      <dgm:constr type="w" for="ch" forName="parTx2" refType="w"/>
      <dgm:constr type="w" for="ch" forName="chLin2" refType="w" refFor="ch" refForName="parTx2" fact="1.38"/>
      <dgm:constr type="h" for="ch" forName="chLin2" refType="h"/>
      <dgm:constr type="w" for="ch" forName="spPre2" refType="w" fact="0.54"/>
      <dgm:constr type="w" for="ch" forName="spPost2" refType="w" fact="0.54"/>
      <dgm:constr type="h" for="ch" forName="spPre2" refType="h"/>
      <dgm:constr type="h" for="ch" forName="spPost2" refType="h"/>
      <dgm:constr type="primFontSz" for="ch" forName="parTx2" refType="primFontSz" refFor="ch" refForName="parTx1" op="equ"/>
      <dgm:constr type="primFontSz" for="des" forName="desTx2" refType="primFontSz" refFor="des" refForName="desTx1" op="equ"/>
      <dgm:constr type="w" for="ch" forName="parTx3" refType="w"/>
      <dgm:constr type="w" for="ch" forName="chLin3" refType="w" refFor="ch" refForName="parTx3" fact="1.38"/>
      <dgm:constr type="h" for="ch" forName="chLin3" refType="h"/>
      <dgm:constr type="w" for="ch" forName="spPre3" refType="w" fact="0.54"/>
      <dgm:constr type="w" for="ch" forName="spPost3" refType="w" fact="0.54"/>
      <dgm:constr type="h" for="ch" forName="spPre3" refType="h"/>
      <dgm:constr type="h" for="ch" forName="spPost3" refType="h"/>
      <dgm:constr type="primFontSz" for="ch" forName="parTx3" refType="primFontSz" refFor="ch" refForName="parTx1" op="equ"/>
      <dgm:constr type="primFontSz" for="des" forName="desTx3" refType="primFontSz" refFor="des" refForName="desTx1" op="equ"/>
      <dgm:constr type="w" for="ch" forName="parTx4" refType="w"/>
      <dgm:constr type="w" for="ch" forName="chLin4" refType="w" refFor="ch" refForName="parTx4" fact="1.38"/>
      <dgm:constr type="h" for="ch" forName="chLin4" refType="h"/>
      <dgm:constr type="w" for="ch" forName="spPre4" refType="w" fact="0.54"/>
      <dgm:constr type="w" for="ch" forName="spPost4" refType="w" fact="0.54"/>
      <dgm:constr type="h" for="ch" forName="spPre4" refType="h"/>
      <dgm:constr type="h" for="ch" forName="spPost4" refType="h"/>
      <dgm:constr type="primFontSz" for="ch" forName="parTx4" refType="primFontSz" refFor="ch" refForName="parTx1" op="equ"/>
      <dgm:constr type="primFontSz" for="des" forName="desTx4" refType="primFontSz" refFor="des" refForName="desTx1" op="equ"/>
      <dgm:constr type="w" for="ch" forName="parTx5" refType="w"/>
      <dgm:constr type="w" for="ch" forName="chLin5" refType="w" refFor="ch" refForName="parTx5" fact="1.38"/>
      <dgm:constr type="h" for="ch" forName="chLin5" refType="h"/>
      <dgm:constr type="w" for="ch" forName="spPre5" refType="w" fact="0.54"/>
      <dgm:constr type="w" for="ch" forName="spPost5" refType="w" fact="0.54"/>
      <dgm:constr type="h" for="ch" forName="spPre5" refType="h"/>
      <dgm:constr type="h" for="ch" forName="spPost5" refType="h"/>
      <dgm:constr type="primFontSz" for="ch" forName="parTx5" refType="primFontSz" refFor="ch" refForName="parTx1" op="equ"/>
      <dgm:constr type="primFontSz" for="des" forName="desTx5" refType="primFontSz" refFor="des" refForName="desTx1" op="equ"/>
      <dgm:constr type="w" for="ch" forName="parTx6" refType="w"/>
      <dgm:constr type="w" for="ch" forName="chLin6" refType="w" refFor="ch" refForName="parTx6" fact="1.38"/>
      <dgm:constr type="h" for="ch" forName="chLin6" refType="h"/>
      <dgm:constr type="w" for="ch" forName="spPre6" refType="w" fact="0.54"/>
      <dgm:constr type="w" for="ch" forName="spPost6" refType="w" fact="0.54"/>
      <dgm:constr type="h" for="ch" forName="spPre6" refType="h"/>
      <dgm:constr type="h" for="ch" forName="spPost6" refType="h"/>
      <dgm:constr type="primFontSz" for="ch" forName="parTx6" refType="primFontSz" refFor="ch" refForName="parTx1" op="equ"/>
      <dgm:constr type="primFontSz" for="des" forName="desTx6" refType="primFontSz" refFor="des" refForName="desTx1" op="equ"/>
      <dgm:constr type="w" for="ch" forName="parTx7" refType="w"/>
      <dgm:constr type="w" for="ch" forName="chLin7" refType="w" refFor="ch" refForName="parTx7" fact="1.38"/>
      <dgm:constr type="h" for="ch" forName="chLin7" refType="h"/>
      <dgm:constr type="w" for="ch" forName="spPre7" refType="w" fact="0.54"/>
      <dgm:constr type="w" for="ch" forName="spPost7" refType="w" fact="0.54"/>
      <dgm:constr type="h" for="ch" forName="spPre7" refType="h"/>
      <dgm:constr type="h" for="ch" forName="spPost7" refType="h"/>
      <dgm:constr type="primFontSz" for="ch" forName="parTx7" refType="primFontSz" refFor="ch" refForName="parTx1" op="equ"/>
      <dgm:constr type="primFontSz" for="des" forName="desTx7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parTx1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7">
            <dgm:if name="Name8" axis="ch" ptType="node" func="cnt" op="gte" val="1">
              <dgm:layoutNode name="spPre1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1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1" refType="w" fact="0.77"/>
                  <dgm:constr type="w" for="ch" forName="top1" refType="w" refFor="ch" refForName="txAndLines1" fact="0.78"/>
                </dgm:constrLst>
                <dgm:forEach name="Name9" axis="ch">
                  <dgm:forEach name="Name10" axis="self" ptType="parTrans">
                    <dgm:layoutNode name="Name11" styleLbl="parChTrans1D1">
                      <dgm:choose name="Name12">
                        <dgm:if name="Name13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1"/>
                          </dgm:alg>
                        </dgm:if>
                        <dgm:else name="Name14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1"/>
                            <dgm:param type="dstNode" val="anchor1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5" axis="self" ptType="node">
                    <dgm:choose name="Name16">
                      <dgm:if name="Name17" axis="par ch" ptType="node node" func="cnt" op="equ" val="1">
                        <dgm:layoutNode name="top1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8"/>
                    </dgm:choose>
                    <dgm:layoutNode name="txAndLines1">
                      <dgm:choose name="Name19">
                        <dgm:if name="Name20" func="var" arg="dir" op="equ" val="norm">
                          <dgm:alg type="lin"/>
                        </dgm:if>
                        <dgm:else name="Name21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22">
                        <dgm:if name="Name23" axis="root ch" ptType="all node" func="cnt" op="gte" val="2">
                          <dgm:constrLst>
                            <dgm:constr type="w" for="ch" forName="anchor1" refType="w"/>
                            <dgm:constr type="w" for="ch" forName="backup1" refType="w" fact="-1"/>
                            <dgm:constr type="w" for="ch" forName="preLine1" refType="w" fact="0.11"/>
                            <dgm:constr type="w" for="ch" forName="desTx1" refType="w" fact="0.78"/>
                            <dgm:constr type="w" for="ch" forName="postLine1" refType="w" fact="0.11"/>
                          </dgm:constrLst>
                        </dgm:if>
                        <dgm:else name="Name24">
                          <dgm:constrLst>
                            <dgm:constr type="w" for="ch" forName="anchor1" refType="w" fact="0.89"/>
                            <dgm:constr type="w" for="ch" forName="backup1" refType="w" fact="-0.89"/>
                            <dgm:constr type="w" for="ch" forName="preLine1" refType="w" fact="0.11"/>
                            <dgm:constr type="w" for="ch" forName="desTx1" refType="w" fact="0.78"/>
                          </dgm:constrLst>
                        </dgm:else>
                      </dgm:choose>
                      <dgm:layoutNode name="anchor1" moveWith="desTx1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1" moveWith="desTx1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1" styleLbl="parChTrans1D1" moveWith="desTx1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1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25">
                        <dgm:if name="Name26" axis="root ch" ptType="all node" func="cnt" op="gte" val="2">
                          <dgm:layoutNode name="postLine1" styleLbl="parChTrans1D1" moveWith="desTx1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27"/>
                      </dgm:choose>
                    </dgm:layoutNode>
                  </dgm:forEach>
                  <dgm:choose name="Name28">
                    <dgm:if name="Name29" axis="root ch" ptType="all node" func="cnt" op="gte" val="2">
                      <dgm:forEach name="Name30" axis="self" ptType="parTrans">
                        <dgm:layoutNode name="Name31" styleLbl="parChTrans1D1">
                          <dgm:choose name="Name32">
                            <dgm:if name="Name33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2"/>
                                <dgm:param type="endSty" val="noArr"/>
                                <dgm:param type="dstNode" val="anchor1"/>
                              </dgm:alg>
                            </dgm:if>
                            <dgm:else name="Name34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2"/>
                                <dgm:param type="dstNode" val="anchor1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35"/>
                  </dgm:choose>
                </dgm:forEach>
              </dgm:layoutNode>
              <dgm:choose name="Name36">
                <dgm:if name="Name37" axis="root ch" ptType="all node" func="cnt" op="gte" val="2">
                  <dgm:layoutNode name="spPost1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38"/>
              </dgm:choose>
            </dgm:if>
            <dgm:else name="Name39"/>
          </dgm:choose>
        </dgm:if>
        <dgm:if name="Name40" axis="self" ptType="node" func="pos" op="equ" val="2">
          <dgm:layoutNode name="parTx2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41">
            <dgm:if name="Name42" axis="ch" ptType="node" func="cnt" op="gte" val="1">
              <dgm:layoutNode name="spPre2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2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2" refType="w" fact="0.77"/>
                  <dgm:constr type="w" for="ch" forName="top2" refType="w" refFor="ch" refForName="txAndLines2" fact="0.78"/>
                </dgm:constrLst>
                <dgm:forEach name="Name43" axis="ch">
                  <dgm:forEach name="Name44" axis="self" ptType="parTrans">
                    <dgm:layoutNode name="Name45" styleLbl="parChTrans1D1">
                      <dgm:choose name="Name46">
                        <dgm:if name="Name47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2"/>
                          </dgm:alg>
                        </dgm:if>
                        <dgm:else name="Name48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2"/>
                            <dgm:param type="dstNode" val="anchor2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49" axis="self" ptType="node">
                    <dgm:choose name="Name50">
                      <dgm:if name="Name51" axis="par ch" ptType="node node" func="cnt" op="equ" val="1">
                        <dgm:layoutNode name="top2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52"/>
                    </dgm:choose>
                    <dgm:layoutNode name="txAndLines2">
                      <dgm:choose name="Name53">
                        <dgm:if name="Name54" func="var" arg="dir" op="equ" val="norm">
                          <dgm:alg type="lin"/>
                        </dgm:if>
                        <dgm:else name="Name55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56">
                        <dgm:if name="Name57" axis="root ch" ptType="all node" func="cnt" op="gte" val="3">
                          <dgm:constrLst>
                            <dgm:constr type="w" for="ch" forName="anchor2" refType="w"/>
                            <dgm:constr type="w" for="ch" forName="backup2" refType="w" fact="-1"/>
                            <dgm:constr type="w" for="ch" forName="preLine2" refType="w" fact="0.11"/>
                            <dgm:constr type="w" for="ch" forName="desTx2" refType="w" fact="0.78"/>
                            <dgm:constr type="w" for="ch" forName="postLine2" refType="w" fact="0.11"/>
                          </dgm:constrLst>
                        </dgm:if>
                        <dgm:else name="Name58">
                          <dgm:constrLst>
                            <dgm:constr type="w" for="ch" forName="anchor2" refType="w" fact="0.89"/>
                            <dgm:constr type="w" for="ch" forName="backup2" refType="w" fact="-0.89"/>
                            <dgm:constr type="w" for="ch" forName="preLine2" refType="w" fact="0.11"/>
                            <dgm:constr type="w" for="ch" forName="desTx2" refType="w" fact="0.78"/>
                          </dgm:constrLst>
                        </dgm:else>
                      </dgm:choose>
                      <dgm:layoutNode name="anchor2" moveWith="desTx2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2" moveWith="desTx2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2" styleLbl="parChTrans1D1" moveWith="desTx2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2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59">
                        <dgm:if name="Name60" axis="root ch" ptType="all node" func="cnt" op="gte" val="3">
                          <dgm:layoutNode name="postLine2" styleLbl="parChTrans1D1" moveWith="desTx2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61"/>
                      </dgm:choose>
                    </dgm:layoutNode>
                  </dgm:forEach>
                  <dgm:choose name="Name62">
                    <dgm:if name="Name63" axis="root ch" ptType="all node" func="cnt" op="gte" val="3">
                      <dgm:forEach name="Name64" axis="self" ptType="parTrans">
                        <dgm:layoutNode name="Name65" styleLbl="parChTrans1D1">
                          <dgm:choose name="Name66">
                            <dgm:if name="Name67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3"/>
                                <dgm:param type="endSty" val="noArr"/>
                                <dgm:param type="dstNode" val="anchor2"/>
                              </dgm:alg>
                            </dgm:if>
                            <dgm:else name="Name68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3"/>
                                <dgm:param type="dstNode" val="anchor2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69"/>
                  </dgm:choose>
                </dgm:forEach>
              </dgm:layoutNode>
              <dgm:choose name="Name70">
                <dgm:if name="Name71" axis="root ch" ptType="all node" func="cnt" op="gte" val="3">
                  <dgm:layoutNode name="spPost2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72"/>
              </dgm:choose>
            </dgm:if>
            <dgm:else name="Name73"/>
          </dgm:choose>
        </dgm:if>
        <dgm:if name="Name74" axis="self" ptType="node" func="pos" op="equ" val="3">
          <dgm:layoutNode name="parTx3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75">
            <dgm:if name="Name76" axis="ch" ptType="node" func="cnt" op="gte" val="1">
              <dgm:layoutNode name="spPre3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3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3" refType="w" fact="0.77"/>
                  <dgm:constr type="w" for="ch" forName="top3" refType="w" refFor="ch" refForName="txAndLines3" fact="0.78"/>
                </dgm:constrLst>
                <dgm:forEach name="Name77" axis="ch">
                  <dgm:forEach name="Name78" axis="self" ptType="parTrans">
                    <dgm:layoutNode name="Name79" styleLbl="parChTrans1D1">
                      <dgm:choose name="Name80">
                        <dgm:if name="Name81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3"/>
                          </dgm:alg>
                        </dgm:if>
                        <dgm:else name="Name82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3"/>
                            <dgm:param type="dstNode" val="anchor3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83" axis="self" ptType="node">
                    <dgm:choose name="Name84">
                      <dgm:if name="Name85" axis="par ch" ptType="node node" func="cnt" op="equ" val="1">
                        <dgm:layoutNode name="top3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86"/>
                    </dgm:choose>
                    <dgm:layoutNode name="txAndLines3">
                      <dgm:choose name="Name87">
                        <dgm:if name="Name88" func="var" arg="dir" op="equ" val="norm">
                          <dgm:alg type="lin"/>
                        </dgm:if>
                        <dgm:else name="Name89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90">
                        <dgm:if name="Name91" axis="root ch" ptType="all node" func="cnt" op="gte" val="4">
                          <dgm:constrLst>
                            <dgm:constr type="w" for="ch" forName="anchor3" refType="w"/>
                            <dgm:constr type="w" for="ch" forName="backup3" refType="w" fact="-1"/>
                            <dgm:constr type="w" for="ch" forName="preLine3" refType="w" fact="0.11"/>
                            <dgm:constr type="w" for="ch" forName="desTx3" refType="w" fact="0.78"/>
                            <dgm:constr type="w" for="ch" forName="postLine3" refType="w" fact="0.11"/>
                          </dgm:constrLst>
                        </dgm:if>
                        <dgm:else name="Name92">
                          <dgm:constrLst>
                            <dgm:constr type="w" for="ch" forName="anchor3" refType="w" fact="0.89"/>
                            <dgm:constr type="w" for="ch" forName="backup3" refType="w" fact="-0.89"/>
                            <dgm:constr type="w" for="ch" forName="preLine3" refType="w" fact="0.11"/>
                            <dgm:constr type="w" for="ch" forName="desTx3" refType="w" fact="0.78"/>
                          </dgm:constrLst>
                        </dgm:else>
                      </dgm:choose>
                      <dgm:layoutNode name="anchor3" moveWith="desTx3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3" moveWith="desTx3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3" styleLbl="parChTrans1D1" moveWith="desTx3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3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93">
                        <dgm:if name="Name94" axis="root ch" ptType="all node" func="cnt" op="gte" val="4">
                          <dgm:layoutNode name="postLine3" styleLbl="parChTrans1D1" moveWith="desTx3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95"/>
                      </dgm:choose>
                    </dgm:layoutNode>
                  </dgm:forEach>
                  <dgm:choose name="Name96">
                    <dgm:if name="Name97" axis="root ch" ptType="all node" func="cnt" op="gte" val="4">
                      <dgm:forEach name="Name98" axis="self" ptType="parTrans">
                        <dgm:layoutNode name="Name99" styleLbl="parChTrans1D1">
                          <dgm:choose name="Name100">
                            <dgm:if name="Name101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4"/>
                                <dgm:param type="endSty" val="noArr"/>
                                <dgm:param type="dstNode" val="anchor3"/>
                              </dgm:alg>
                            </dgm:if>
                            <dgm:else name="Name102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4"/>
                                <dgm:param type="dstNode" val="anchor3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103"/>
                  </dgm:choose>
                </dgm:forEach>
              </dgm:layoutNode>
              <dgm:choose name="Name104">
                <dgm:if name="Name105" axis="root ch" ptType="all node" func="cnt" op="gte" val="4">
                  <dgm:layoutNode name="spPost3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106"/>
              </dgm:choose>
            </dgm:if>
            <dgm:else name="Name107"/>
          </dgm:choose>
        </dgm:if>
        <dgm:if name="Name108" axis="self" ptType="node" func="pos" op="equ" val="4">
          <dgm:layoutNode name="parTx4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109">
            <dgm:if name="Name110" axis="ch" ptType="node" func="cnt" op="gte" val="1">
              <dgm:layoutNode name="spPre4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4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4" refType="w" fact="0.77"/>
                  <dgm:constr type="w" for="ch" forName="top4" refType="w" refFor="ch" refForName="txAndLines4" fact="0.78"/>
                </dgm:constrLst>
                <dgm:forEach name="Name111" axis="ch">
                  <dgm:forEach name="Name112" axis="self" ptType="parTrans">
                    <dgm:layoutNode name="Name113" styleLbl="parChTrans1D1">
                      <dgm:choose name="Name114">
                        <dgm:if name="Name115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4"/>
                          </dgm:alg>
                        </dgm:if>
                        <dgm:else name="Name116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4"/>
                            <dgm:param type="dstNode" val="anchor4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17" axis="self" ptType="node">
                    <dgm:choose name="Name118">
                      <dgm:if name="Name119" axis="par ch" ptType="node node" func="cnt" op="equ" val="1">
                        <dgm:layoutNode name="top4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20"/>
                    </dgm:choose>
                    <dgm:layoutNode name="txAndLines4">
                      <dgm:choose name="Name121">
                        <dgm:if name="Name122" func="var" arg="dir" op="equ" val="norm">
                          <dgm:alg type="lin"/>
                        </dgm:if>
                        <dgm:else name="Name123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124">
                        <dgm:if name="Name125" axis="root ch" ptType="all node" func="cnt" op="gte" val="5">
                          <dgm:constrLst>
                            <dgm:constr type="w" for="ch" forName="anchor4" refType="w"/>
                            <dgm:constr type="w" for="ch" forName="backup4" refType="w" fact="-1"/>
                            <dgm:constr type="w" for="ch" forName="preLine4" refType="w" fact="0.11"/>
                            <dgm:constr type="w" for="ch" forName="desTx4" refType="w" fact="0.78"/>
                            <dgm:constr type="w" for="ch" forName="postLine4" refType="w" fact="0.11"/>
                          </dgm:constrLst>
                        </dgm:if>
                        <dgm:else name="Name126">
                          <dgm:constrLst>
                            <dgm:constr type="w" for="ch" forName="anchor4" refType="w" fact="0.89"/>
                            <dgm:constr type="w" for="ch" forName="backup4" refType="w" fact="-0.89"/>
                            <dgm:constr type="w" for="ch" forName="preLine4" refType="w" fact="0.11"/>
                            <dgm:constr type="w" for="ch" forName="desTx4" refType="w" fact="0.78"/>
                          </dgm:constrLst>
                        </dgm:else>
                      </dgm:choose>
                      <dgm:layoutNode name="anchor4" moveWith="desTx4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4" moveWith="desTx4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4" styleLbl="parChTrans1D1" moveWith="desTx4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4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127">
                        <dgm:if name="Name128" axis="root ch" ptType="all node" func="cnt" op="gte" val="5">
                          <dgm:layoutNode name="postLine4" styleLbl="parChTrans1D1" moveWith="desTx4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129"/>
                      </dgm:choose>
                    </dgm:layoutNode>
                  </dgm:forEach>
                  <dgm:choose name="Name130">
                    <dgm:if name="Name131" axis="root ch" ptType="all node" func="cnt" op="gte" val="5">
                      <dgm:forEach name="Name132" axis="self" ptType="parTrans">
                        <dgm:layoutNode name="Name133" styleLbl="parChTrans1D1">
                          <dgm:choose name="Name134">
                            <dgm:if name="Name135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5"/>
                                <dgm:param type="endSty" val="noArr"/>
                                <dgm:param type="dstNode" val="anchor4"/>
                              </dgm:alg>
                            </dgm:if>
                            <dgm:else name="Name136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5"/>
                                <dgm:param type="dstNode" val="anchor4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137"/>
                  </dgm:choose>
                </dgm:forEach>
              </dgm:layoutNode>
              <dgm:choose name="Name138">
                <dgm:if name="Name139" axis="root ch" ptType="all node" func="cnt" op="gte" val="5">
                  <dgm:layoutNode name="spPost4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140"/>
              </dgm:choose>
            </dgm:if>
            <dgm:else name="Name141"/>
          </dgm:choose>
        </dgm:if>
        <dgm:if name="Name142" axis="self" ptType="node" func="pos" op="equ" val="5">
          <dgm:layoutNode name="parTx5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143">
            <dgm:if name="Name144" axis="ch" ptType="node" func="cnt" op="gte" val="1">
              <dgm:layoutNode name="spPre5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5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5" refType="w" fact="0.77"/>
                  <dgm:constr type="w" for="ch" forName="top5" refType="w" refFor="ch" refForName="txAndLines5" fact="0.78"/>
                </dgm:constrLst>
                <dgm:forEach name="Name145" axis="ch">
                  <dgm:forEach name="Name146" axis="self" ptType="parTrans">
                    <dgm:layoutNode name="Name147" styleLbl="parChTrans1D1">
                      <dgm:choose name="Name148">
                        <dgm:if name="Name149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5"/>
                          </dgm:alg>
                        </dgm:if>
                        <dgm:else name="Name150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5"/>
                            <dgm:param type="dstNode" val="anchor5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51" axis="self" ptType="node">
                    <dgm:choose name="Name152">
                      <dgm:if name="Name153" axis="par ch" ptType="node node" func="cnt" op="equ" val="1">
                        <dgm:layoutNode name="top5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54"/>
                    </dgm:choose>
                    <dgm:layoutNode name="txAndLines5">
                      <dgm:choose name="Name155">
                        <dgm:if name="Name156" func="var" arg="dir" op="equ" val="norm">
                          <dgm:alg type="lin"/>
                        </dgm:if>
                        <dgm:else name="Name157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158">
                        <dgm:if name="Name159" axis="root ch" ptType="all node" func="cnt" op="gte" val="6">
                          <dgm:constrLst>
                            <dgm:constr type="w" for="ch" forName="anchor5" refType="w"/>
                            <dgm:constr type="w" for="ch" forName="backup5" refType="w" fact="-1"/>
                            <dgm:constr type="w" for="ch" forName="preLine5" refType="w" fact="0.11"/>
                            <dgm:constr type="w" for="ch" forName="desTx5" refType="w" fact="0.78"/>
                            <dgm:constr type="w" for="ch" forName="postLine5" refType="w" fact="0.11"/>
                          </dgm:constrLst>
                        </dgm:if>
                        <dgm:else name="Name160">
                          <dgm:constrLst>
                            <dgm:constr type="w" for="ch" forName="anchor5" refType="w" fact="0.89"/>
                            <dgm:constr type="w" for="ch" forName="backup5" refType="w" fact="-0.89"/>
                            <dgm:constr type="w" for="ch" forName="preLine5" refType="w" fact="0.11"/>
                            <dgm:constr type="w" for="ch" forName="desTx5" refType="w" fact="0.78"/>
                          </dgm:constrLst>
                        </dgm:else>
                      </dgm:choose>
                      <dgm:layoutNode name="anchor5" moveWith="desTx5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5" moveWith="desTx5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5" styleLbl="parChTrans1D1" moveWith="desTx5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5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161">
                        <dgm:if name="Name162" axis="root ch" ptType="all node" func="cnt" op="gte" val="6">
                          <dgm:layoutNode name="postLine5" styleLbl="parChTrans1D1" moveWith="desTx5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163"/>
                      </dgm:choose>
                    </dgm:layoutNode>
                  </dgm:forEach>
                  <dgm:choose name="Name164">
                    <dgm:if name="Name165" axis="root ch" ptType="all node" func="cnt" op="gte" val="6">
                      <dgm:forEach name="Name166" axis="self" ptType="parTrans">
                        <dgm:layoutNode name="Name167" styleLbl="parChTrans1D1">
                          <dgm:choose name="Name168">
                            <dgm:if name="Name169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6"/>
                                <dgm:param type="endSty" val="noArr"/>
                                <dgm:param type="dstNode" val="anchor5"/>
                              </dgm:alg>
                            </dgm:if>
                            <dgm:else name="Name170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6"/>
                                <dgm:param type="dstNode" val="anchor5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171"/>
                  </dgm:choose>
                </dgm:forEach>
              </dgm:layoutNode>
              <dgm:choose name="Name172">
                <dgm:if name="Name173" axis="root ch" ptType="all node" func="cnt" op="gte" val="6">
                  <dgm:layoutNode name="spPost5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174"/>
              </dgm:choose>
            </dgm:if>
            <dgm:else name="Name175"/>
          </dgm:choose>
        </dgm:if>
        <dgm:if name="Name176" axis="self" ptType="node" func="pos" op="equ" val="6">
          <dgm:layoutNode name="parTx6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177">
            <dgm:if name="Name178" axis="ch" ptType="node" func="cnt" op="gte" val="1">
              <dgm:layoutNode name="spPre6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6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6" refType="w" fact="0.77"/>
                  <dgm:constr type="w" for="ch" forName="top6" refType="w" refFor="ch" refForName="txAndLines6" fact="0.78"/>
                </dgm:constrLst>
                <dgm:forEach name="Name179" axis="ch">
                  <dgm:forEach name="Name180" axis="self" ptType="parTrans">
                    <dgm:layoutNode name="Name181" styleLbl="parChTrans1D1">
                      <dgm:choose name="Name182">
                        <dgm:if name="Name183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6"/>
                          </dgm:alg>
                        </dgm:if>
                        <dgm:else name="Name184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6"/>
                            <dgm:param type="dstNode" val="anchor6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85" axis="self" ptType="node">
                    <dgm:choose name="Name186">
                      <dgm:if name="Name187" axis="par ch" ptType="node node" func="cnt" op="equ" val="1">
                        <dgm:layoutNode name="top6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88"/>
                    </dgm:choose>
                    <dgm:layoutNode name="txAndLines6">
                      <dgm:choose name="Name189">
                        <dgm:if name="Name190" func="var" arg="dir" op="equ" val="norm">
                          <dgm:alg type="lin"/>
                        </dgm:if>
                        <dgm:else name="Name191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192">
                        <dgm:if name="Name193" axis="root ch" ptType="all node" func="cnt" op="gte" val="7">
                          <dgm:constrLst>
                            <dgm:constr type="w" for="ch" forName="anchor6" refType="w"/>
                            <dgm:constr type="w" for="ch" forName="backup6" refType="w" fact="-1"/>
                            <dgm:constr type="w" for="ch" forName="preLine6" refType="w" fact="0.11"/>
                            <dgm:constr type="w" for="ch" forName="desTx6" refType="w" fact="0.78"/>
                            <dgm:constr type="w" for="ch" forName="postLine6" refType="w" fact="0.11"/>
                          </dgm:constrLst>
                        </dgm:if>
                        <dgm:else name="Name194">
                          <dgm:constrLst>
                            <dgm:constr type="w" for="ch" forName="anchor6" refType="w" fact="0.89"/>
                            <dgm:constr type="w" for="ch" forName="backup6" refType="w" fact="-0.89"/>
                            <dgm:constr type="w" for="ch" forName="preLine6" refType="w" fact="0.11"/>
                            <dgm:constr type="w" for="ch" forName="desTx6" refType="w" fact="0.78"/>
                          </dgm:constrLst>
                        </dgm:else>
                      </dgm:choose>
                      <dgm:layoutNode name="anchor6" moveWith="desTx6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6" moveWith="desTx6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6" styleLbl="parChTrans1D1" moveWith="desTx6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6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195">
                        <dgm:if name="Name196" axis="root ch" ptType="all node" func="cnt" op="gte" val="7">
                          <dgm:layoutNode name="postLine6" styleLbl="parChTrans1D1" moveWith="desTx6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197"/>
                      </dgm:choose>
                    </dgm:layoutNode>
                  </dgm:forEach>
                  <dgm:choose name="Name198">
                    <dgm:if name="Name199" axis="root ch" ptType="all node" func="cnt" op="gte" val="7">
                      <dgm:forEach name="Name200" axis="self" ptType="parTrans">
                        <dgm:layoutNode name="Name201" styleLbl="parChTrans1D1">
                          <dgm:choose name="Name202">
                            <dgm:if name="Name203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7"/>
                                <dgm:param type="endSty" val="noArr"/>
                                <dgm:param type="dstNode" val="anchor6"/>
                              </dgm:alg>
                            </dgm:if>
                            <dgm:else name="Name204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7"/>
                                <dgm:param type="dstNode" val="anchor6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205"/>
                  </dgm:choose>
                </dgm:forEach>
              </dgm:layoutNode>
              <dgm:choose name="Name206">
                <dgm:if name="Name207" axis="root ch" ptType="all node" func="cnt" op="gte" val="7">
                  <dgm:layoutNode name="spPost6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208"/>
              </dgm:choose>
            </dgm:if>
            <dgm:else name="Name209"/>
          </dgm:choose>
        </dgm:if>
        <dgm:if name="Name210" axis="self" ptType="node" func="pos" op="equ" val="7">
          <dgm:layoutNode name="parTx7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211">
            <dgm:if name="Name212" axis="ch" ptType="node" func="cnt" op="gte" val="1">
              <dgm:layoutNode name="spPre7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7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7" refType="w" fact="0.77"/>
                  <dgm:constr type="w" for="ch" forName="top7" refType="w" refFor="ch" refForName="txAndLines7" fact="0.78"/>
                </dgm:constrLst>
                <dgm:forEach name="Name213" axis="ch">
                  <dgm:forEach name="Name214" axis="self" ptType="parTrans">
                    <dgm:layoutNode name="Name215" styleLbl="parChTrans1D1">
                      <dgm:choose name="Name216">
                        <dgm:if name="Name217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7"/>
                          </dgm:alg>
                        </dgm:if>
                        <dgm:else name="Name218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7"/>
                            <dgm:param type="dstNode" val="anchor7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219" axis="self" ptType="node">
                    <dgm:choose name="Name220">
                      <dgm:if name="Name221" axis="par ch" ptType="node node" func="cnt" op="equ" val="1">
                        <dgm:layoutNode name="top7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222"/>
                    </dgm:choose>
                    <dgm:layoutNode name="txAndLines7">
                      <dgm:choose name="Name223">
                        <dgm:if name="Name224" func="var" arg="dir" op="equ" val="norm">
                          <dgm:alg type="lin"/>
                        </dgm:if>
                        <dgm:else name="Name225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>
                        <dgm:constr type="w" for="ch" forName="anchor7" refType="w" fact="0.89"/>
                        <dgm:constr type="w" for="ch" forName="backup7" refType="w" fact="-0.89"/>
                        <dgm:constr type="w" for="ch" forName="preLine7" refType="w" fact="0.11"/>
                        <dgm:constr type="w" for="ch" forName="desTx7" refType="w" fact="0.78"/>
                      </dgm:constrLst>
                      <dgm:layoutNode name="anchor7" moveWith="desTx7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7" moveWith="desTx7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7" styleLbl="parChTrans1D1" moveWith="desTx7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7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</dgm:layoutNode>
                  </dgm:forEach>
                </dgm:forEach>
              </dgm:layoutNode>
            </dgm:if>
            <dgm:else name="Name226"/>
          </dgm:choose>
        </dgm:if>
        <dgm:else name="Name22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DF0BF7D0-ACCD-45E0-9075-7974351BA6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3B6A517-4C1F-40CC-B607-62B10860738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40BD7-4B38-4A99-A6E7-5E1A97DAF11B}" type="datetimeFigureOut">
              <a:rPr lang="es-PE" smtClean="0"/>
              <a:t>24/03/2026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DE1014B-0959-4D3A-8DC3-99369C9107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A5F80A8-C49B-4372-B96A-23231D58BE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D7DB4-D5A9-475B-BF72-4B93DC046C5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26361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2EFC3-66C1-4423-B1B2-E7C9DCCB5C75}" type="datetimeFigureOut">
              <a:rPr lang="es-PE" smtClean="0"/>
              <a:t>24/03/2026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75E41-3A85-45FC-A38E-3ABB827C81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5376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BBDFEDA-4707-4FCF-B728-8770DE811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1C491-E0CA-4324-AB99-27795370E731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FEC6C11-5534-41C2-AE3F-23A2E42B2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596F09D-DC31-489D-B4ED-C366F889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6910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8E25-E046-416A-8AD2-E2EA35E0D47B}" type="datetime6">
              <a:rPr lang="es-PE" smtClean="0"/>
              <a:t>Marzo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28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8130-A112-4F15-AFC2-368CC75448B6}" type="datetime6">
              <a:rPr lang="es-PE" smtClean="0"/>
              <a:t>Marzo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996BDD-8036-732D-98BA-0F2E37352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0875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79D8E-AB04-8E45-9319-348AC3CB4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9A28C-F211-4BC4-A82C-550C2815AB6D}" type="datetime6">
              <a:rPr lang="es-PE" smtClean="0"/>
              <a:t>Marzo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7A3063-101A-4748-9BF4-BDCEAD74E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81654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1ED01-9170-4915-AD68-3CC34DFA2DBD}" type="datetime6">
              <a:rPr lang="es-PE" smtClean="0"/>
              <a:t>Marzo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8F1C9D-46B9-3A4E-AB57-99CFCB4F8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506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DE35-9A49-4AAC-8B2C-BA4A347498EB}" type="datetime6">
              <a:rPr lang="es-PE" smtClean="0"/>
              <a:t>Marzo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C83630D-DB33-894E-A6FB-7C886A314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31018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BB3AF-5458-4635-87B4-F9A9B12C5458}" type="datetime6">
              <a:rPr lang="es-PE" smtClean="0"/>
              <a:t>Marzo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40BCAD-F69B-D846-B7D1-F816049E4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11520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4354-6BA5-49FF-BF43-87C4B22E98B4}" type="datetime6">
              <a:rPr lang="es-PE" smtClean="0"/>
              <a:t>Marzo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665C2B-C547-9D48-897C-C27108ED3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56347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0608-F1FB-45F6-860F-922B6EF37ED4}" type="datetime6">
              <a:rPr lang="es-PE" smtClean="0"/>
              <a:t>Marzo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9B5093-2547-5848-96C5-63FA5D8AC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19299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078BD-AB8A-4345-9035-53D22F2B3257}" type="datetime6">
              <a:rPr lang="es-PE" smtClean="0"/>
              <a:t>Marzo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95E045-43DC-F64F-8427-01C4927DE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3938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8617"/>
            <a:ext cx="10515600" cy="330490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1771-42A4-45B0-9E2A-31E6848B072B}" type="datetime6">
              <a:rPr lang="es-PE" smtClean="0"/>
              <a:t>Marzo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título 1">
            <a:extLst>
              <a:ext uri="{FF2B5EF4-FFF2-40B4-BE49-F238E27FC236}">
                <a16:creationId xmlns:a16="http://schemas.microsoft.com/office/drawing/2014/main" id="{A687CBB4-B26D-433C-982F-3DCCCFE5C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8824"/>
            <a:ext cx="10515600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D43F6072-5465-F57A-EF21-56204254D9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42845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5F0A72E7-2671-47A4-AF35-66459EA16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0D25D-3002-4A58-8B13-21BD8EE61204}" type="datetime6">
              <a:rPr lang="es-PE" smtClean="0"/>
              <a:t>Marzo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86C3314-7415-4B69-9C72-28C2155C4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07477A4A-ECCB-8B69-A47C-30FB4783A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555170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1DECC-10B9-4F40-90A9-2F5BE622FB80}" type="datetime6">
              <a:rPr lang="es-PE" smtClean="0"/>
              <a:t>Marzo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3278E2-83A6-F38B-4712-926F3DB9B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5A0FF8-286D-9381-1F09-B45262982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561495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Marcador de fecha 9">
            <a:extLst>
              <a:ext uri="{FF2B5EF4-FFF2-40B4-BE49-F238E27FC236}">
                <a16:creationId xmlns:a16="http://schemas.microsoft.com/office/drawing/2014/main" id="{F008D962-BEC4-402A-A407-79C9AD9F2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C0233-ABB9-4EC0-9B00-FB2CD5E81D0A}" type="datetime6">
              <a:rPr lang="es-PE" smtClean="0"/>
              <a:t>Marzo de 2026</a:t>
            </a:fld>
            <a:endParaRPr lang="es-PE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3750F3DD-81E0-4125-8E5B-E0A1E3048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9B72A45B-A8B6-53D1-D299-D8D234C35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330049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0424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32517-B618-4C30-966E-4CE57A9A4AD9}" type="datetime6">
              <a:rPr lang="es-PE" smtClean="0"/>
              <a:t>Marzo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975A041E-5422-B9D8-43AC-BC8E8410A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5190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572F-C44F-4ECE-A2FB-0C63931A9A8E}" type="datetime6">
              <a:rPr lang="es-PE" smtClean="0"/>
              <a:t>Marzo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024E81AF-5ACD-3527-83DB-C9AD4CA08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080790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5C4A-DDA2-4FA4-84CD-631E9785E0C4}" type="datetime6">
              <a:rPr lang="es-PE" smtClean="0"/>
              <a:t>Marzo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59D5B90D-729B-0333-8733-D407F44413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487264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76157-6C99-4927-8D4B-5792D6D36C68}" type="datetime6">
              <a:rPr lang="es-PE" smtClean="0"/>
              <a:t>Marzo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C8F8A8AE-3D1C-5104-BD49-852FD075A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18953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1711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108197"/>
            <a:ext cx="10515600" cy="406876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E1B8-50E8-41AE-B289-DDEF242637E2}" type="datetime6">
              <a:rPr lang="es-PE" smtClean="0"/>
              <a:t>Marzo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E4FC7515-E45E-EA9E-AB33-84FFF36BD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224937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2286-761A-4DF9-BC80-ED7ACDE5A868}" type="datetime6">
              <a:rPr lang="es-PE" smtClean="0"/>
              <a:t>Marzo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9245C2B-EA67-6FB3-B251-E41C03185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244694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40041-0AC9-F54A-8CD6-2C6E25C004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28900" y="2314574"/>
            <a:ext cx="7181850" cy="2224781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Título de clase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940FCB-6F03-EA41-B8CA-B38BB6401CE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810750" y="4539355"/>
            <a:ext cx="2131452" cy="65177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2023</a:t>
            </a:r>
            <a:endParaRPr lang="es-PE" dirty="0"/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409037FA-8AD4-46E6-D14A-A0B5918A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8900" y="326688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sz="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CC77DF-7156-87EC-5584-40C3F628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4057" y="6089066"/>
            <a:ext cx="4100513" cy="440147"/>
          </a:xfrm>
        </p:spPr>
        <p:txBody>
          <a:bodyPr/>
          <a:lstStyle>
            <a:lvl1pPr marL="0" indent="0">
              <a:buClr>
                <a:schemeClr val="accent6"/>
              </a:buClr>
              <a:buNone/>
              <a:defRPr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Profesor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10030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893" y="4999970"/>
            <a:ext cx="3339907" cy="717550"/>
          </a:xfrm>
        </p:spPr>
        <p:txBody>
          <a:bodyPr>
            <a:no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333C54-732D-4A5F-8493-6279F2718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993" y="1285875"/>
            <a:ext cx="6851456" cy="4072870"/>
          </a:xfrm>
        </p:spPr>
        <p:txBody>
          <a:bodyPr/>
          <a:lstStyle>
            <a:lvl1pPr marL="2286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1pPr>
            <a:lvl2pPr marL="6858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buClr>
                <a:schemeClr val="accent1"/>
              </a:buClr>
              <a:buSzPct val="70000"/>
              <a:buFontTx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>
                <a:schemeClr val="accent1"/>
              </a:buClr>
              <a:buSzPct val="50000"/>
              <a:buFontTx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F12D76C1-E4EF-42D1-88E3-B3E1BE457EF7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701422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936BE4A0-0EF9-4513-98D7-49E1F009126F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722D55-BD67-C2D0-8DB9-2255495858E9}"/>
              </a:ext>
            </a:extLst>
          </p:cNvPr>
          <p:cNvSpPr/>
          <p:nvPr userDrawn="1"/>
        </p:nvSpPr>
        <p:spPr>
          <a:xfrm>
            <a:off x="-1" y="1888177"/>
            <a:ext cx="8737793" cy="2244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49" y="2162175"/>
            <a:ext cx="8067675" cy="16954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Nueva Sección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505411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CFF21E75-C2F6-4021-B002-DFF0EB1C555C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32324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490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24F721D9-3A4E-DA31-4304-76691E23E80D}"/>
              </a:ext>
            </a:extLst>
          </p:cNvPr>
          <p:cNvSpPr/>
          <p:nvPr userDrawn="1"/>
        </p:nvSpPr>
        <p:spPr>
          <a:xfrm>
            <a:off x="838200" y="2024743"/>
            <a:ext cx="9716589" cy="3843644"/>
          </a:xfrm>
          <a:prstGeom prst="roundRect">
            <a:avLst>
              <a:gd name="adj" fmla="val 6011"/>
            </a:avLst>
          </a:prstGeom>
          <a:solidFill>
            <a:srgbClr val="0A2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altLang="es-PE" sz="2000" b="1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buClr>
                <a:schemeClr val="accent6"/>
              </a:buClr>
              <a:defRPr sz="2400"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 sz="2200"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52786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5525" y="2549525"/>
            <a:ext cx="5162550" cy="1555750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D79D4C0-AA8A-45B0-85A5-1FD89F1DDE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03038" y="2635960"/>
            <a:ext cx="131409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3643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14724" y="663575"/>
            <a:ext cx="7762875" cy="1079500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7647276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trada" type="blank">
  <p:cSld name="entrada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-17314"/>
            <a:ext cx="12192000" cy="68580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2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672059" y="2777043"/>
            <a:ext cx="4686308" cy="138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C63A0B1C-38C6-4A94-BC53-9378BD6F4196}"/>
              </a:ext>
            </a:extLst>
          </p:cNvPr>
          <p:cNvSpPr/>
          <p:nvPr/>
        </p:nvSpPr>
        <p:spPr>
          <a:xfrm>
            <a:off x="604699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09FF01B-D296-4FC4-86C6-18C1AA1F0700}"/>
              </a:ext>
            </a:extLst>
          </p:cNvPr>
          <p:cNvSpPr>
            <a:spLocks noChangeAspect="1"/>
          </p:cNvSpPr>
          <p:nvPr/>
        </p:nvSpPr>
        <p:spPr>
          <a:xfrm>
            <a:off x="2087026" y="5059599"/>
            <a:ext cx="1476000" cy="1475999"/>
          </a:xfrm>
          <a:prstGeom prst="ellipse">
            <a:avLst/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iagrama de flujo: retraso 3">
            <a:extLst>
              <a:ext uri="{FF2B5EF4-FFF2-40B4-BE49-F238E27FC236}">
                <a16:creationId xmlns:a16="http://schemas.microsoft.com/office/drawing/2014/main" id="{F33AB0F3-5E83-4F73-B1B3-E7FFB7FAC1CF}"/>
              </a:ext>
            </a:extLst>
          </p:cNvPr>
          <p:cNvSpPr>
            <a:spLocks/>
          </p:cNvSpPr>
          <p:nvPr/>
        </p:nvSpPr>
        <p:spPr>
          <a:xfrm>
            <a:off x="604699" y="3568509"/>
            <a:ext cx="1476000" cy="1476000"/>
          </a:xfrm>
          <a:prstGeom prst="flowChartDelay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írculo parcial 4">
            <a:extLst>
              <a:ext uri="{FF2B5EF4-FFF2-40B4-BE49-F238E27FC236}">
                <a16:creationId xmlns:a16="http://schemas.microsoft.com/office/drawing/2014/main" id="{E01F752C-EAF0-4FBF-B895-7C40EAE76E6B}"/>
              </a:ext>
            </a:extLst>
          </p:cNvPr>
          <p:cNvSpPr>
            <a:spLocks noChangeAspect="1"/>
          </p:cNvSpPr>
          <p:nvPr/>
        </p:nvSpPr>
        <p:spPr>
          <a:xfrm>
            <a:off x="2080320" y="3578476"/>
            <a:ext cx="2934000" cy="2934000"/>
          </a:xfrm>
          <a:prstGeom prst="pie">
            <a:avLst>
              <a:gd name="adj1" fmla="val 16194402"/>
              <a:gd name="adj2" fmla="val 695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508BC26-9C42-409E-A296-12A08043B847}"/>
              </a:ext>
            </a:extLst>
          </p:cNvPr>
          <p:cNvSpPr/>
          <p:nvPr/>
        </p:nvSpPr>
        <p:spPr>
          <a:xfrm>
            <a:off x="2072388" y="3577936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írculo parcial 5">
            <a:extLst>
              <a:ext uri="{FF2B5EF4-FFF2-40B4-BE49-F238E27FC236}">
                <a16:creationId xmlns:a16="http://schemas.microsoft.com/office/drawing/2014/main" id="{A6B1ED3D-FC35-4A2C-AEA0-527CA60D93D8}"/>
              </a:ext>
            </a:extLst>
          </p:cNvPr>
          <p:cNvSpPr>
            <a:spLocks noChangeAspect="1"/>
          </p:cNvSpPr>
          <p:nvPr/>
        </p:nvSpPr>
        <p:spPr>
          <a:xfrm rot="10800000">
            <a:off x="-821269" y="574219"/>
            <a:ext cx="2857435" cy="2995143"/>
          </a:xfrm>
          <a:prstGeom prst="pie">
            <a:avLst>
              <a:gd name="adj1" fmla="val 5387486"/>
              <a:gd name="adj2" fmla="val 16200000"/>
            </a:avLst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1EFD23FD-AE29-404D-8F53-1FD009AE807B}"/>
              </a:ext>
            </a:extLst>
          </p:cNvPr>
          <p:cNvGrpSpPr/>
          <p:nvPr/>
        </p:nvGrpSpPr>
        <p:grpSpPr>
          <a:xfrm>
            <a:off x="2087136" y="2123409"/>
            <a:ext cx="1448999" cy="1443249"/>
            <a:chOff x="2118675" y="2004020"/>
            <a:chExt cx="1448999" cy="1443249"/>
          </a:xfrm>
        </p:grpSpPr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ECAC50A2-CB41-4C53-93C3-5260E20DE2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004020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CE6D1487-82A4-4496-B087-91DD796DE7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727269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C95F40AB-463C-4C6E-915C-5D6DF55A45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727269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A7CDF41D-9C35-41E7-8E2B-2AA7C91BEC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004020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3FA7743-AFB1-4869-99F7-BBBF6B5081B5}"/>
              </a:ext>
            </a:extLst>
          </p:cNvPr>
          <p:cNvSpPr/>
          <p:nvPr/>
        </p:nvSpPr>
        <p:spPr>
          <a:xfrm>
            <a:off x="3540368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írculo parcial 18">
            <a:extLst>
              <a:ext uri="{FF2B5EF4-FFF2-40B4-BE49-F238E27FC236}">
                <a16:creationId xmlns:a16="http://schemas.microsoft.com/office/drawing/2014/main" id="{9EEB8DCE-7E2B-489A-B839-B10110611D97}"/>
              </a:ext>
            </a:extLst>
          </p:cNvPr>
          <p:cNvSpPr>
            <a:spLocks noChangeAspect="1"/>
          </p:cNvSpPr>
          <p:nvPr/>
        </p:nvSpPr>
        <p:spPr>
          <a:xfrm>
            <a:off x="3552087" y="5048742"/>
            <a:ext cx="2934000" cy="2934000"/>
          </a:xfrm>
          <a:prstGeom prst="pie">
            <a:avLst>
              <a:gd name="adj1" fmla="val 16202562"/>
              <a:gd name="adj2" fmla="val 1644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8061069"/>
      </p:ext>
    </p:extLst>
  </p:cSld>
  <p:clrMapOvr>
    <a:masterClrMapping/>
  </p:clrMapOvr>
  <p:hf hd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Diapositiva de títul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53671" y="5579102"/>
            <a:ext cx="4484658" cy="8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  <a:defRPr sz="2400" i="1">
                <a:solidFill>
                  <a:srgbClr val="648585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92451891"/>
      </p:ext>
    </p:extLst>
  </p:cSld>
  <p:clrMapOvr>
    <a:masterClrMapping/>
  </p:clrMapOvr>
  <p:hf hd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Contenido con título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839800" y="2057400"/>
            <a:ext cx="3932100" cy="26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2"/>
          </p:nvPr>
        </p:nvSpPr>
        <p:spPr>
          <a:xfrm>
            <a:off x="5183200" y="987425"/>
            <a:ext cx="6172200" cy="28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Google Shape;26;p4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8753475" y="5717000"/>
            <a:ext cx="22666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970058A-F152-4A93-A50A-BC853F5A46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217"/>
          <a:stretch/>
        </p:blipFill>
        <p:spPr>
          <a:xfrm>
            <a:off x="8929708" y="5954450"/>
            <a:ext cx="1856985" cy="464401"/>
          </a:xfrm>
          <a:prstGeom prst="rect">
            <a:avLst/>
          </a:prstGeom>
        </p:spPr>
      </p:pic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31" name="Google Shape;31;p4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Gestión de Servicios TICS</a:t>
            </a: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2396329-D7D9-4B93-942B-A183A1B92B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4783"/>
          <a:stretch/>
        </p:blipFill>
        <p:spPr>
          <a:xfrm>
            <a:off x="7975126" y="5954450"/>
            <a:ext cx="626177" cy="46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133060"/>
      </p:ext>
    </p:extLst>
  </p:cSld>
  <p:clrMapOvr>
    <a:masterClrMapping/>
  </p:clrMapOvr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Dos objeto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5" name="Google Shape;45;p6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50" name="Google Shape;50;p6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7662962"/>
      </p:ext>
    </p:extLst>
  </p:cSld>
  <p:clrMapOvr>
    <a:masterClrMapping/>
  </p:clrMapOvr>
  <p:hf hd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Imagen con título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53" name="Google Shape;53;p7"/>
          <p:cNvSpPr>
            <a:spLocks noGrp="1"/>
          </p:cNvSpPr>
          <p:nvPr>
            <p:ph type="pic" idx="2"/>
          </p:nvPr>
        </p:nvSpPr>
        <p:spPr>
          <a:xfrm>
            <a:off x="5183200" y="987425"/>
            <a:ext cx="6172200" cy="32043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7"/>
          <p:cNvSpPr txBox="1">
            <a:spLocks noGrp="1"/>
          </p:cNvSpPr>
          <p:nvPr>
            <p:ph type="body" idx="1"/>
          </p:nvPr>
        </p:nvSpPr>
        <p:spPr>
          <a:xfrm>
            <a:off x="839800" y="2057400"/>
            <a:ext cx="3932100" cy="23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5" name="Google Shape;55;p7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0" name="Google Shape;60;p7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06162909"/>
      </p:ext>
    </p:extLst>
  </p:cSld>
  <p:clrMapOvr>
    <a:masterClrMapping/>
  </p:clrMapOvr>
  <p:hf hd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Título y texto vertical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 rot="5400000">
            <a:off x="4161556" y="-1497730"/>
            <a:ext cx="386888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4" name="Google Shape;64;p8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8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9" name="Google Shape;69;p8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64740687"/>
      </p:ext>
    </p:extLst>
  </p:cSld>
  <p:clrMapOvr>
    <a:masterClrMapping/>
  </p:clrMapOvr>
  <p:hf hd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Título vertical y texto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 rot="5400000">
            <a:off x="7363614" y="1726412"/>
            <a:ext cx="5351473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1"/>
          </p:nvPr>
        </p:nvSpPr>
        <p:spPr>
          <a:xfrm rot="5400000">
            <a:off x="2029614" y="-826288"/>
            <a:ext cx="5351473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3" name="Google Shape;73;p9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9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78" name="Google Shape;78;p9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720042"/>
      </p:ext>
    </p:extLst>
  </p:cSld>
  <p:clrMapOvr>
    <a:masterClrMapping/>
  </p:clrMapOvr>
  <p:hf hd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 type="obj">
  <p:cSld name="Título y objetos 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2" name="Google Shape;8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83" name="Google Shape;8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84" name="Google Shape;8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84350024"/>
      </p:ext>
    </p:extLst>
  </p:cSld>
  <p:clrMapOvr>
    <a:masterClrMapping/>
  </p:clrMapOvr>
  <p:hf hd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Comparació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8" name="Google Shape;88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1" name="Google Shape;9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92" name="Google Shape;9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0521256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24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AE6F4FD-2238-AD4E-867E-E58E2DFA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5212"/>
            <a:ext cx="9716589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0C6D7E-5BBC-B741-BB4C-3A3ED127A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3"/>
            <a:ext cx="9716589" cy="3843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2262"/>
            <a:ext cx="1638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616E3388-8A49-4C51-A106-E2F4CF3977CF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6428" y="32226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74F71EA6-14AA-5205-13FE-35911ED08C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17102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4" r:id="rId2"/>
    <p:sldLayoutId id="2147483674" r:id="rId3"/>
    <p:sldLayoutId id="2147483650" r:id="rId4"/>
    <p:sldLayoutId id="2147483652" r:id="rId5"/>
    <p:sldLayoutId id="2147483653" r:id="rId6"/>
    <p:sldLayoutId id="2147483656" r:id="rId7"/>
    <p:sldLayoutId id="2147483657" r:id="rId8"/>
    <p:sldLayoutId id="2147483658" r:id="rId9"/>
    <p:sldLayoutId id="2147483659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4230"/>
            <a:ext cx="1619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9694A8-123C-4838-A10C-DF4D75E09A89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3680" y="32331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título 1">
            <a:extLst>
              <a:ext uri="{FF2B5EF4-FFF2-40B4-BE49-F238E27FC236}">
                <a16:creationId xmlns:a16="http://schemas.microsoft.com/office/drawing/2014/main" id="{144F2274-D960-4C0B-9748-88EE3F0DB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82069"/>
            <a:ext cx="10343606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9D6FEB95-3036-417E-9C50-CD57ED01F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4"/>
            <a:ext cx="10343606" cy="3291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1DCF4E30-8222-0A8A-8EB6-ACF70BC0F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7794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75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3B067A9-18EE-41F0-B696-9386E1AF8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5029"/>
            <a:ext cx="10515600" cy="6456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67C12A-CBBE-4AB2-8C8A-B75DDE302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86189"/>
            <a:ext cx="10515600" cy="3291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C6ED39-B0EA-42B3-A3C3-7CA769E5EA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14064"/>
            <a:ext cx="1524000" cy="3829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8C20A4-1372-4EF1-AE37-02318244F0B2}" type="datetime6">
              <a:rPr lang="es-PE" smtClean="0"/>
              <a:t>Marzo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E1549C-7307-410E-AA79-42C4BDD3FD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2993" y="32298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63B87C3E-7B33-EE8E-E722-04A7DDD4F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91725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77" r:id="rId4"/>
    <p:sldLayoutId id="2147483676" r:id="rId5"/>
    <p:sldLayoutId id="2147483678" r:id="rId6"/>
    <p:sldLayoutId id="2147483661" r:id="rId7"/>
    <p:sldLayoutId id="2147483679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3868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6070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5778377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418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3F1299-712C-2824-82C1-217DE0A2A1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/>
              <a:t>Metodología Ágil y Framework SCRUM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5BDA5EB-4BBF-6656-1E31-85403CED43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PE" dirty="0"/>
              <a:t>Gestión de Servicios TICS</a:t>
            </a:r>
          </a:p>
        </p:txBody>
      </p:sp>
    </p:spTree>
    <p:extLst>
      <p:ext uri="{BB962C8B-B14F-4D97-AF65-F5344CB8AC3E}">
        <p14:creationId xmlns:p14="http://schemas.microsoft.com/office/powerpoint/2010/main" val="924631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F9DFF6-A9AC-4A45-2244-7C3256DC4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935" y="674240"/>
            <a:ext cx="7163781" cy="670389"/>
          </a:xfrm>
        </p:spPr>
        <p:txBody>
          <a:bodyPr/>
          <a:lstStyle/>
          <a:p>
            <a:r>
              <a:rPr lang="es-ES" dirty="0">
                <a:solidFill>
                  <a:schemeClr val="bg2"/>
                </a:solidFill>
              </a:rPr>
              <a:t>Definición: Tipos de Agilidad</a:t>
            </a:r>
            <a:endParaRPr lang="es-PE" dirty="0">
              <a:solidFill>
                <a:schemeClr val="bg2"/>
              </a:solidFill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4394753-A97E-5EC8-7194-D99E0A6BAB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</a:t>
            </a:fld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7E6CAF0-4AD2-F3B7-D904-87D612E462C5}"/>
              </a:ext>
            </a:extLst>
          </p:cNvPr>
          <p:cNvSpPr txBox="1"/>
          <p:nvPr/>
        </p:nvSpPr>
        <p:spPr>
          <a:xfrm>
            <a:off x="722615" y="1767155"/>
            <a:ext cx="107467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s-ES" dirty="0"/>
              <a:t>Agile Project </a:t>
            </a:r>
            <a:r>
              <a:rPr lang="es-ES" dirty="0" err="1"/>
              <a:t>Magement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Se enfoca en los requerimientos del cliente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Acepta cambios fácilmente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Se sabe la meta/alcance pero no la solución en específico</a:t>
            </a:r>
          </a:p>
          <a:p>
            <a:pPr marL="457200" indent="-457200">
              <a:buAutoNum type="arabicPeriod"/>
            </a:pPr>
            <a:r>
              <a:rPr lang="es-ES" dirty="0" err="1"/>
              <a:t>Waterfall</a:t>
            </a:r>
            <a:r>
              <a:rPr lang="es-ES" dirty="0"/>
              <a:t> </a:t>
            </a:r>
            <a:r>
              <a:rPr lang="es-ES" dirty="0" err="1"/>
              <a:t>Development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Cada proceso ocurre como secuencia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Requerimientos </a:t>
            </a:r>
            <a:r>
              <a:rPr lang="es-ES" dirty="0">
                <a:sym typeface="Wingdings" panose="05000000000000000000" pitchFamily="2" charset="2"/>
              </a:rPr>
              <a:t> Diseño  Implementación  Verificación  Mantenimiento</a:t>
            </a:r>
            <a:endParaRPr lang="es-ES" dirty="0"/>
          </a:p>
          <a:p>
            <a:pPr marL="457200" indent="-457200">
              <a:buAutoNum type="arabicPeriod"/>
            </a:pPr>
            <a:r>
              <a:rPr lang="es-ES" dirty="0"/>
              <a:t>Scrum Framework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PE" dirty="0"/>
              <a:t>Se abordan problemas complejos de manera creativa y con el máximo valor.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PE" dirty="0"/>
              <a:t>Se espera el </a:t>
            </a:r>
            <a:r>
              <a:rPr lang="es-PE" dirty="0" err="1"/>
              <a:t>feedback</a:t>
            </a:r>
            <a:r>
              <a:rPr lang="es-PE" dirty="0"/>
              <a:t> de clientes antes de continuar al siguiente sprint</a:t>
            </a:r>
          </a:p>
        </p:txBody>
      </p:sp>
    </p:spTree>
    <p:extLst>
      <p:ext uri="{BB962C8B-B14F-4D97-AF65-F5344CB8AC3E}">
        <p14:creationId xmlns:p14="http://schemas.microsoft.com/office/powerpoint/2010/main" val="720915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434461-CC59-EDD2-B896-C21EE4B57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5006208" cy="662683"/>
          </a:xfrm>
        </p:spPr>
        <p:txBody>
          <a:bodyPr/>
          <a:lstStyle/>
          <a:p>
            <a:r>
              <a:rPr lang="es-PE" dirty="0"/>
              <a:t>SCRUM Framework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9410F81-C077-9E4B-1E06-14D17ABE8B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4</a:t>
            </a:fld>
            <a:endParaRPr lang="es-PE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277BAF2B-172F-512A-FC12-51777D5FB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143" y="1384859"/>
            <a:ext cx="7063706" cy="4088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471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FD9339-0F51-1169-BB10-7D9907254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482225" cy="642135"/>
          </a:xfrm>
        </p:spPr>
        <p:txBody>
          <a:bodyPr/>
          <a:lstStyle/>
          <a:p>
            <a:r>
              <a:rPr lang="es-PE" dirty="0"/>
              <a:t>SCRUM Framework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EF40E97-3FBD-2F28-5EBD-B74489BB36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5</a:t>
            </a:fld>
            <a:endParaRPr lang="es-PE"/>
          </a:p>
        </p:txBody>
      </p:sp>
      <p:graphicFrame>
        <p:nvGraphicFramePr>
          <p:cNvPr id="6" name="Marcador de contenido 12">
            <a:extLst>
              <a:ext uri="{FF2B5EF4-FFF2-40B4-BE49-F238E27FC236}">
                <a16:creationId xmlns:a16="http://schemas.microsoft.com/office/drawing/2014/main" id="{15C56595-FD1E-0AC2-FD28-00EA8AA83F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6316820"/>
              </p:ext>
            </p:extLst>
          </p:nvPr>
        </p:nvGraphicFramePr>
        <p:xfrm>
          <a:off x="3774144" y="1382372"/>
          <a:ext cx="4088907" cy="3844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52534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F136C9-A569-01C6-F30C-C3312BACB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451403" cy="590764"/>
          </a:xfrm>
        </p:spPr>
        <p:txBody>
          <a:bodyPr/>
          <a:lstStyle/>
          <a:p>
            <a:r>
              <a:rPr lang="es-PE" dirty="0"/>
              <a:t>SCRUM Framework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BB9AA0-8CB6-1C07-252A-E3B3728FCB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6</a:t>
            </a:fld>
            <a:endParaRPr lang="es-PE"/>
          </a:p>
        </p:txBody>
      </p:sp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F17012F9-AC3E-2098-7F56-920BB6EB43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3433799"/>
              </p:ext>
            </p:extLst>
          </p:nvPr>
        </p:nvGraphicFramePr>
        <p:xfrm>
          <a:off x="2371324" y="1186815"/>
          <a:ext cx="7449351" cy="41231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80034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3AA6F-0848-CA38-A96E-E02D0AE97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7DEA77-3680-C60E-7CBD-B78868560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672957"/>
          </a:xfrm>
        </p:spPr>
        <p:txBody>
          <a:bodyPr/>
          <a:lstStyle/>
          <a:p>
            <a:r>
              <a:rPr lang="es-PE" dirty="0" err="1"/>
              <a:t>Daily</a:t>
            </a:r>
            <a:r>
              <a:rPr lang="es-PE" dirty="0"/>
              <a:t> Meetings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B74F547-D028-1481-1BE6-4556507F9D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7</a:t>
            </a:fld>
            <a:endParaRPr lang="es-PE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88033E5-EB8C-CED3-03E4-6DAF668D3E3A}"/>
              </a:ext>
            </a:extLst>
          </p:cNvPr>
          <p:cNvSpPr txBox="1"/>
          <p:nvPr/>
        </p:nvSpPr>
        <p:spPr>
          <a:xfrm>
            <a:off x="839788" y="1401291"/>
            <a:ext cx="101919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La ceremonia de los </a:t>
            </a:r>
            <a:r>
              <a:rPr lang="es-ES" dirty="0" err="1"/>
              <a:t>daily</a:t>
            </a:r>
            <a:r>
              <a:rPr lang="es-ES" dirty="0"/>
              <a:t> meetings es importante en llevarse a cabo debido a que permite que el equipo esté enterado de lo que pasa con cada desarrollador, compartir impedimentos y tratar de resolverlos en conjunto, así como resolver dudas directas con el PO.</a:t>
            </a:r>
            <a:endParaRPr lang="es-PE" dirty="0"/>
          </a:p>
        </p:txBody>
      </p:sp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E3FAA0B7-3042-1AD7-8E04-49D71115BF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8465656"/>
              </p:ext>
            </p:extLst>
          </p:nvPr>
        </p:nvGraphicFramePr>
        <p:xfrm>
          <a:off x="2385724" y="2616976"/>
          <a:ext cx="7420552" cy="24700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73656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47EE0-4A4D-1540-52CF-35301877E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315AC3-E244-CC80-2AC6-5BDEA1DD4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5715124" cy="703780"/>
          </a:xfrm>
        </p:spPr>
        <p:txBody>
          <a:bodyPr/>
          <a:lstStyle/>
          <a:p>
            <a:r>
              <a:rPr lang="es-PE" dirty="0"/>
              <a:t>Descubriendo una iniciativa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CA3FC0-DCC0-A384-AFEC-A57CF95C60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8</a:t>
            </a:fld>
            <a:endParaRPr lang="es-PE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69887CD-876D-AF67-14D5-28267FF47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2689" y="1690802"/>
            <a:ext cx="3482910" cy="2030321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5727738F-37BE-8F5D-797E-341296AF0EA8}"/>
              </a:ext>
            </a:extLst>
          </p:cNvPr>
          <p:cNvSpPr txBox="1"/>
          <p:nvPr/>
        </p:nvSpPr>
        <p:spPr>
          <a:xfrm>
            <a:off x="839788" y="1828800"/>
            <a:ext cx="63932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El PO presenta la iniciativa:</a:t>
            </a:r>
          </a:p>
          <a:p>
            <a:endParaRPr lang="es-ES" dirty="0"/>
          </a:p>
          <a:p>
            <a:r>
              <a:rPr lang="es-ES" dirty="0"/>
              <a:t>Netflix es un servicio online cuya finalidad es que sus usuarios puedan buscar las películas que más le gusten, poder reproducirlas o verlas y compartir lo que pueden ver con sus amigos.</a:t>
            </a:r>
          </a:p>
        </p:txBody>
      </p:sp>
    </p:spTree>
    <p:extLst>
      <p:ext uri="{BB962C8B-B14F-4D97-AF65-F5344CB8AC3E}">
        <p14:creationId xmlns:p14="http://schemas.microsoft.com/office/powerpoint/2010/main" val="650554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F9D92-95D2-D3FD-7272-6B578CCFE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50B7D-FB26-8D1C-C261-588EA1AAC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5256212" cy="590764"/>
          </a:xfrm>
        </p:spPr>
        <p:txBody>
          <a:bodyPr/>
          <a:lstStyle/>
          <a:p>
            <a:r>
              <a:rPr lang="es-PE" dirty="0"/>
              <a:t>Identificación de épicas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E3B12AE-B5DD-F7E5-93AF-DE347E89EC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9</a:t>
            </a:fld>
            <a:endParaRPr lang="es-PE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2A28C53-3A54-22C3-7204-3A9F030255DD}"/>
              </a:ext>
            </a:extLst>
          </p:cNvPr>
          <p:cNvSpPr txBox="1"/>
          <p:nvPr/>
        </p:nvSpPr>
        <p:spPr>
          <a:xfrm>
            <a:off x="934948" y="1520575"/>
            <a:ext cx="100994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¿Cuáles son las principales actividades del usuario?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¿Cómo interactúa el usuario de inicio a fin?</a:t>
            </a:r>
            <a:endParaRPr lang="es-PE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A754F596-2962-CC89-FB67-D08D71304A06}"/>
              </a:ext>
            </a:extLst>
          </p:cNvPr>
          <p:cNvSpPr/>
          <p:nvPr/>
        </p:nvSpPr>
        <p:spPr>
          <a:xfrm>
            <a:off x="1809750" y="3104358"/>
            <a:ext cx="2076450" cy="8382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Encontrar una película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E19E130-F153-0C4F-3A8C-DA3F7D176F95}"/>
              </a:ext>
            </a:extLst>
          </p:cNvPr>
          <p:cNvSpPr/>
          <p:nvPr/>
        </p:nvSpPr>
        <p:spPr>
          <a:xfrm>
            <a:off x="5057775" y="3133726"/>
            <a:ext cx="2076450" cy="8382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Ver una película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1E3FF0A5-EEEE-CB61-4088-5AA417A6A903}"/>
              </a:ext>
            </a:extLst>
          </p:cNvPr>
          <p:cNvSpPr/>
          <p:nvPr/>
        </p:nvSpPr>
        <p:spPr>
          <a:xfrm>
            <a:off x="8181975" y="3133726"/>
            <a:ext cx="2076450" cy="8382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Acciones Sociales</a:t>
            </a:r>
            <a:endParaRPr lang="es-P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09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1DE08-7B7D-D5D0-E1E9-A69DE8E93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2C9952-6025-96D0-3CD5-B6160C380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8746001" cy="559942"/>
          </a:xfrm>
        </p:spPr>
        <p:txBody>
          <a:bodyPr/>
          <a:lstStyle/>
          <a:p>
            <a:r>
              <a:rPr lang="es-PE" dirty="0"/>
              <a:t>Definiendo las HU (historias de usuario)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18BAE62-3D6A-AB6F-ADD0-0BE6EBF928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10</a:t>
            </a:fld>
            <a:endParaRPr lang="es-PE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0E0ADF9-D94E-3AC0-8E52-E234518F078A}"/>
              </a:ext>
            </a:extLst>
          </p:cNvPr>
          <p:cNvSpPr txBox="1"/>
          <p:nvPr/>
        </p:nvSpPr>
        <p:spPr>
          <a:xfrm>
            <a:off x="750013" y="1011775"/>
            <a:ext cx="10017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¿Cuáles son las funcionalidades de cada épica?</a:t>
            </a:r>
            <a:endParaRPr lang="es-PE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4E94DF4C-4E9B-0434-291E-8CD980FE7476}"/>
              </a:ext>
            </a:extLst>
          </p:cNvPr>
          <p:cNvSpPr/>
          <p:nvPr/>
        </p:nvSpPr>
        <p:spPr>
          <a:xfrm>
            <a:off x="1424683" y="1468553"/>
            <a:ext cx="2076450" cy="8382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Encontrar una película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BCA318BC-9498-E5ED-752D-E0CDC5933FA2}"/>
              </a:ext>
            </a:extLst>
          </p:cNvPr>
          <p:cNvSpPr/>
          <p:nvPr/>
        </p:nvSpPr>
        <p:spPr>
          <a:xfrm>
            <a:off x="5039566" y="1468553"/>
            <a:ext cx="2076450" cy="8382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Ver una película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E9A344F9-4958-D3FD-4CD8-3BC27559957D}"/>
              </a:ext>
            </a:extLst>
          </p:cNvPr>
          <p:cNvSpPr/>
          <p:nvPr/>
        </p:nvSpPr>
        <p:spPr>
          <a:xfrm>
            <a:off x="8629805" y="1468553"/>
            <a:ext cx="2076450" cy="83820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Acciones Sociales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63797C11-E94A-7CC4-A56F-97DADA4C2B13}"/>
              </a:ext>
            </a:extLst>
          </p:cNvPr>
          <p:cNvSpPr/>
          <p:nvPr/>
        </p:nvSpPr>
        <p:spPr>
          <a:xfrm>
            <a:off x="1715156" y="2393930"/>
            <a:ext cx="1352549" cy="8382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</a:rPr>
              <a:t>Buscar por categorías</a:t>
            </a:r>
            <a:endParaRPr lang="es-PE" sz="1400" dirty="0">
              <a:solidFill>
                <a:schemeClr val="tx1"/>
              </a:solidFill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0437E1B4-DE12-CB1B-1D0E-0682B8F66615}"/>
              </a:ext>
            </a:extLst>
          </p:cNvPr>
          <p:cNvSpPr/>
          <p:nvPr/>
        </p:nvSpPr>
        <p:spPr>
          <a:xfrm>
            <a:off x="1715156" y="4569244"/>
            <a:ext cx="1352549" cy="8382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</a:rPr>
              <a:t>Buscar por nombres</a:t>
            </a:r>
            <a:endParaRPr lang="es-PE" sz="1400" dirty="0">
              <a:solidFill>
                <a:schemeClr val="tx1"/>
              </a:solidFill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9ADC4F3F-E3BE-BDF1-A6B7-70854A88A08C}"/>
              </a:ext>
            </a:extLst>
          </p:cNvPr>
          <p:cNvSpPr/>
          <p:nvPr/>
        </p:nvSpPr>
        <p:spPr>
          <a:xfrm>
            <a:off x="1715155" y="3425892"/>
            <a:ext cx="1352549" cy="8382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</a:rPr>
              <a:t>Agregar a la lista</a:t>
            </a:r>
            <a:endParaRPr lang="es-PE" sz="1400" dirty="0">
              <a:solidFill>
                <a:schemeClr val="tx1"/>
              </a:solidFill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A1B4DE4E-20F9-28DC-D6A6-A58547008075}"/>
              </a:ext>
            </a:extLst>
          </p:cNvPr>
          <p:cNvSpPr/>
          <p:nvPr/>
        </p:nvSpPr>
        <p:spPr>
          <a:xfrm>
            <a:off x="5254342" y="2440898"/>
            <a:ext cx="1457324" cy="8382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</a:rPr>
              <a:t>Avanzar por escenas</a:t>
            </a:r>
            <a:endParaRPr lang="es-PE" sz="1400" dirty="0">
              <a:solidFill>
                <a:schemeClr val="tx1"/>
              </a:solidFill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80F73316-EA37-81CA-78C6-CB3C54548D6D}"/>
              </a:ext>
            </a:extLst>
          </p:cNvPr>
          <p:cNvSpPr/>
          <p:nvPr/>
        </p:nvSpPr>
        <p:spPr>
          <a:xfrm>
            <a:off x="5288927" y="3464551"/>
            <a:ext cx="1352549" cy="59690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</a:rPr>
              <a:t>Pausar</a:t>
            </a:r>
            <a:endParaRPr lang="es-PE" sz="1400" dirty="0">
              <a:solidFill>
                <a:schemeClr val="tx1"/>
              </a:solidFill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2788FC91-31E9-81E0-E79D-D9B667EAD9DE}"/>
              </a:ext>
            </a:extLst>
          </p:cNvPr>
          <p:cNvSpPr/>
          <p:nvPr/>
        </p:nvSpPr>
        <p:spPr>
          <a:xfrm>
            <a:off x="5279580" y="4323696"/>
            <a:ext cx="1352549" cy="8382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</a:rPr>
              <a:t>Cambiar audio</a:t>
            </a:r>
            <a:endParaRPr lang="es-PE" sz="1400" dirty="0">
              <a:solidFill>
                <a:schemeClr val="tx1"/>
              </a:solidFill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FF1B6122-F208-5F55-1B51-A3676F0EF737}"/>
              </a:ext>
            </a:extLst>
          </p:cNvPr>
          <p:cNvSpPr/>
          <p:nvPr/>
        </p:nvSpPr>
        <p:spPr>
          <a:xfrm>
            <a:off x="8959104" y="2455977"/>
            <a:ext cx="1352549" cy="8382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</a:rPr>
              <a:t>Valorar la película</a:t>
            </a:r>
            <a:endParaRPr lang="es-PE" sz="1400" dirty="0">
              <a:solidFill>
                <a:schemeClr val="tx1"/>
              </a:solidFill>
            </a:endParaRP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28A38711-190D-0D5F-17A4-778993F9EDEF}"/>
              </a:ext>
            </a:extLst>
          </p:cNvPr>
          <p:cNvSpPr/>
          <p:nvPr/>
        </p:nvSpPr>
        <p:spPr>
          <a:xfrm>
            <a:off x="8887854" y="3464551"/>
            <a:ext cx="1552573" cy="8382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</a:rPr>
              <a:t>Recomendar a un amigo</a:t>
            </a:r>
            <a:endParaRPr lang="es-PE" sz="1400" dirty="0">
              <a:solidFill>
                <a:schemeClr val="tx1"/>
              </a:solidFill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7DD1B175-F252-B7A0-B7C4-DCB09F174E24}"/>
              </a:ext>
            </a:extLst>
          </p:cNvPr>
          <p:cNvSpPr/>
          <p:nvPr/>
        </p:nvSpPr>
        <p:spPr>
          <a:xfrm>
            <a:off x="8667720" y="4622246"/>
            <a:ext cx="1971674" cy="8382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tx1"/>
                </a:solidFill>
              </a:rPr>
              <a:t>Compartir lo que estoy viendo</a:t>
            </a:r>
            <a:endParaRPr lang="es-PE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4063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084E8-78C1-A382-B8FC-26809EB6B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884E1D-946D-C35D-0314-A0E5D2B5F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652409"/>
          </a:xfrm>
        </p:spPr>
        <p:txBody>
          <a:bodyPr/>
          <a:lstStyle/>
          <a:p>
            <a:r>
              <a:rPr lang="es-PE" dirty="0"/>
              <a:t>Priorización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3D80DAB-EAD0-AC4E-C13F-3DA5C6CF47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11</a:t>
            </a:fld>
            <a:endParaRPr lang="es-PE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DDC4319-F852-0896-5501-6535F0C32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2420" y="1279244"/>
            <a:ext cx="6618374" cy="3259264"/>
          </a:xfrm>
          <a:prstGeom prst="rect">
            <a:avLst/>
          </a:prstGeom>
        </p:spPr>
      </p:pic>
      <p:sp>
        <p:nvSpPr>
          <p:cNvPr id="6" name="Flecha: curvada hacia la derecha 5">
            <a:extLst>
              <a:ext uri="{FF2B5EF4-FFF2-40B4-BE49-F238E27FC236}">
                <a16:creationId xmlns:a16="http://schemas.microsoft.com/office/drawing/2014/main" id="{3AFCE0A1-9BFC-EEDE-CFD3-836A5566BD3A}"/>
              </a:ext>
            </a:extLst>
          </p:cNvPr>
          <p:cNvSpPr/>
          <p:nvPr/>
        </p:nvSpPr>
        <p:spPr>
          <a:xfrm rot="3504220">
            <a:off x="5714659" y="4192198"/>
            <a:ext cx="472296" cy="1115358"/>
          </a:xfrm>
          <a:prstGeom prst="curved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094535A-F2F0-3974-2BC1-978ACF57D5C9}"/>
              </a:ext>
            </a:extLst>
          </p:cNvPr>
          <p:cNvSpPr txBox="1"/>
          <p:nvPr/>
        </p:nvSpPr>
        <p:spPr>
          <a:xfrm>
            <a:off x="5950807" y="4611463"/>
            <a:ext cx="4810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 err="1"/>
              <a:t>Product</a:t>
            </a:r>
            <a:r>
              <a:rPr lang="es-ES" sz="2400" b="1" dirty="0"/>
              <a:t> Backlog priorizado</a:t>
            </a:r>
            <a:endParaRPr lang="es-PE" sz="2400" b="1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B0AE6D9-321C-3D24-1F12-167A9DD2E975}"/>
              </a:ext>
            </a:extLst>
          </p:cNvPr>
          <p:cNvSpPr txBox="1"/>
          <p:nvPr/>
        </p:nvSpPr>
        <p:spPr>
          <a:xfrm>
            <a:off x="839788" y="1948225"/>
            <a:ext cx="37116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La priorización de un backlog suele realizarse en las ceremonias de grooming o refinamiento. Estas sesiones deberían ser semanales para contar con un artefacto priorizado y, en caso de que algún actor falte, continuar con el sprint y ser un equipo autónomo.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4139875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15B09-2E26-4081-7F0B-DAFE3CB28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5A74AB-19DD-F9D3-4D03-45030996F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5478819" cy="559942"/>
          </a:xfrm>
        </p:spPr>
        <p:txBody>
          <a:bodyPr/>
          <a:lstStyle/>
          <a:p>
            <a:r>
              <a:rPr lang="es-PE" dirty="0"/>
              <a:t>Planificación de </a:t>
            </a:r>
            <a:r>
              <a:rPr lang="es-PE" dirty="0" err="1"/>
              <a:t>Releases</a:t>
            </a:r>
            <a:endParaRPr lang="es-PE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313D5EB-4DAA-1966-F2EA-4C4466466C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12</a:t>
            </a:fld>
            <a:endParaRPr lang="es-PE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1C27BDA-CA4C-1949-2D83-B19850CA04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307"/>
          <a:stretch/>
        </p:blipFill>
        <p:spPr>
          <a:xfrm>
            <a:off x="3409665" y="1340307"/>
            <a:ext cx="8450802" cy="3609621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55CDDFFF-E3A7-7DC5-C322-4262F5A174BC}"/>
              </a:ext>
            </a:extLst>
          </p:cNvPr>
          <p:cNvSpPr txBox="1"/>
          <p:nvPr/>
        </p:nvSpPr>
        <p:spPr>
          <a:xfrm>
            <a:off x="698643" y="2505670"/>
            <a:ext cx="31027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¿Con cuál podría salir primero y luego construir incrementales?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010679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B3A6E-9E45-24BB-AA6A-DBE0C9694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983BFB-477D-ACB1-DAF5-031EDBBBC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5256212" cy="539393"/>
          </a:xfrm>
        </p:spPr>
        <p:txBody>
          <a:bodyPr/>
          <a:lstStyle/>
          <a:p>
            <a:r>
              <a:rPr lang="es-PE" dirty="0"/>
              <a:t>SCRUM Framework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CEA6441-A930-52AF-1B14-C255149AA8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13</a:t>
            </a:fld>
            <a:endParaRPr lang="es-PE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0AEAC33-69FE-13FF-A5F2-A3533B76D225}"/>
              </a:ext>
            </a:extLst>
          </p:cNvPr>
          <p:cNvSpPr txBox="1"/>
          <p:nvPr/>
        </p:nvSpPr>
        <p:spPr>
          <a:xfrm>
            <a:off x="839788" y="1345915"/>
            <a:ext cx="10780284" cy="4050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s-ES" dirty="0"/>
              <a:t>6. Estimamos las historias de usuario (grooming o refinamiento)</a:t>
            </a:r>
          </a:p>
          <a:p>
            <a:pPr>
              <a:lnSpc>
                <a:spcPct val="120000"/>
              </a:lnSpc>
            </a:pPr>
            <a:r>
              <a:rPr lang="es-ES" dirty="0"/>
              <a:t>7. Se llevan las HU al tablero de planeamiento y se realiza un breve desagregado de tareas por historias de usuario.</a:t>
            </a:r>
          </a:p>
          <a:p>
            <a:pPr>
              <a:lnSpc>
                <a:spcPct val="120000"/>
              </a:lnSpc>
            </a:pPr>
            <a:r>
              <a:rPr lang="es-ES" dirty="0"/>
              <a:t>8. División de la historia de usuario por tareas (ayudará para colocar todo en JIRA)</a:t>
            </a:r>
          </a:p>
          <a:p>
            <a:pPr>
              <a:lnSpc>
                <a:spcPct val="120000"/>
              </a:lnSpc>
            </a:pPr>
            <a:r>
              <a:rPr lang="es-ES" dirty="0"/>
              <a:t>9. </a:t>
            </a:r>
            <a:r>
              <a:rPr lang="es-ES" dirty="0" err="1"/>
              <a:t>Definition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Ready</a:t>
            </a:r>
            <a:r>
              <a:rPr lang="es-ES" dirty="0"/>
              <a:t> (</a:t>
            </a:r>
            <a:r>
              <a:rPr lang="es-ES" dirty="0" err="1"/>
              <a:t>DoR</a:t>
            </a:r>
            <a:r>
              <a:rPr lang="es-ES" dirty="0"/>
              <a:t>) de los requisitos a tener en cuenta para saber si una historia de usuario está lista para iniciar el sprint y el desarrollo.</a:t>
            </a:r>
          </a:p>
          <a:p>
            <a:pPr>
              <a:lnSpc>
                <a:spcPct val="120000"/>
              </a:lnSpc>
            </a:pPr>
            <a:r>
              <a:rPr lang="es-ES" dirty="0"/>
              <a:t>10. </a:t>
            </a:r>
            <a:r>
              <a:rPr lang="es-ES" dirty="0" err="1"/>
              <a:t>Definition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Done (</a:t>
            </a:r>
            <a:r>
              <a:rPr lang="es-ES" dirty="0" err="1"/>
              <a:t>DoD</a:t>
            </a:r>
            <a:r>
              <a:rPr lang="es-ES" dirty="0"/>
              <a:t>) de los criterios de aceptación necesarios para saber que la historia de usuario está lista para </a:t>
            </a:r>
            <a:r>
              <a:rPr lang="es-ES" dirty="0" err="1"/>
              <a:t>deployarse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endParaRPr lang="es-ES" dirty="0"/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dirty="0"/>
              <a:t>Mockups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dirty="0"/>
              <a:t>Especificaciones y/o criterios de aceptación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dirty="0"/>
              <a:t>Test Cases</a:t>
            </a:r>
          </a:p>
        </p:txBody>
      </p:sp>
    </p:spTree>
    <p:extLst>
      <p:ext uri="{BB962C8B-B14F-4D97-AF65-F5344CB8AC3E}">
        <p14:creationId xmlns:p14="http://schemas.microsoft.com/office/powerpoint/2010/main" val="20403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D6F2B-D052-8FA6-E7CE-30E5C6630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AE177C-C308-4025-30CA-FF22A1FE8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6393219" cy="672957"/>
          </a:xfrm>
        </p:spPr>
        <p:txBody>
          <a:bodyPr/>
          <a:lstStyle/>
          <a:p>
            <a:r>
              <a:rPr lang="es-PE" dirty="0"/>
              <a:t>Ejemplo: Historia de Usuario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5AB6792-ABF4-53EE-5DDD-73AB7386EF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14</a:t>
            </a:fld>
            <a:endParaRPr lang="es-PE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F0D00CC-1222-4FC6-A6E6-838A86B87332}"/>
              </a:ext>
            </a:extLst>
          </p:cNvPr>
          <p:cNvSpPr txBox="1"/>
          <p:nvPr/>
        </p:nvSpPr>
        <p:spPr>
          <a:xfrm>
            <a:off x="1089061" y="1479479"/>
            <a:ext cx="81782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Cómo: usuario de una tienda virtual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Quiero: ver detalle del producto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Para: comprar una decisión de compra</a:t>
            </a:r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Criterios de aceptación: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Fotos del producto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Medios de pago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Descripción del producto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4571709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75B26-7807-8E25-87AD-A663C9EC6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4CE63F-9A01-6D1F-5E8D-EDC6A93C4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631861"/>
          </a:xfrm>
        </p:spPr>
        <p:txBody>
          <a:bodyPr/>
          <a:lstStyle/>
          <a:p>
            <a:r>
              <a:rPr lang="es-PE" dirty="0"/>
              <a:t>Ejercicio Práctico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C6EE4D4-E884-FD92-B2F9-3BAC207F90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15</a:t>
            </a:fld>
            <a:endParaRPr lang="es-PE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29A12D0-4995-B856-5225-E2AC1DD3C554}"/>
              </a:ext>
            </a:extLst>
          </p:cNvPr>
          <p:cNvSpPr txBox="1"/>
          <p:nvPr/>
        </p:nvSpPr>
        <p:spPr>
          <a:xfrm>
            <a:off x="914400" y="1319759"/>
            <a:ext cx="9924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/>
              <a:t>Leer el proyecto y reunirse en grupos para ir creando las historias de usuario en Miro, o de frente en JIRA.</a:t>
            </a:r>
          </a:p>
        </p:txBody>
      </p:sp>
    </p:spTree>
    <p:extLst>
      <p:ext uri="{BB962C8B-B14F-4D97-AF65-F5344CB8AC3E}">
        <p14:creationId xmlns:p14="http://schemas.microsoft.com/office/powerpoint/2010/main" val="5279494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1CEE12FC-EFE8-427F-AFDD-10E13BDA9816}"/>
    </a:ext>
  </a:extLst>
</a:theme>
</file>

<file path=ppt/theme/theme2.xml><?xml version="1.0" encoding="utf-8"?>
<a:theme xmlns:a="http://schemas.openxmlformats.org/drawingml/2006/main" name="1_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2968A79A-DB5B-4965-B275-611A9275D097}"/>
    </a:ext>
  </a:extLst>
</a:theme>
</file>

<file path=ppt/theme/theme3.xml><?xml version="1.0" encoding="utf-8"?>
<a:theme xmlns:a="http://schemas.openxmlformats.org/drawingml/2006/main" name="Diseño personalizado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Montserrat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5F575593-E9A2-4645-ABE1-5BD8C9BF19B9}"/>
    </a:ext>
  </a:extLst>
</a:theme>
</file>

<file path=ppt/theme/theme4.xml><?xml version="1.0" encoding="utf-8"?>
<a:theme xmlns:a="http://schemas.openxmlformats.org/drawingml/2006/main" name="Telecom Pucp">
  <a:themeElements>
    <a:clrScheme name="PUCP">
      <a:dk1>
        <a:srgbClr val="191919"/>
      </a:dk1>
      <a:lt1>
        <a:srgbClr val="FFFFFF"/>
      </a:lt1>
      <a:dk2>
        <a:srgbClr val="042354"/>
      </a:dk2>
      <a:lt2>
        <a:srgbClr val="E7EDED"/>
      </a:lt2>
      <a:accent1>
        <a:srgbClr val="2841DD"/>
      </a:accent1>
      <a:accent2>
        <a:srgbClr val="FF9929"/>
      </a:accent2>
      <a:accent3>
        <a:srgbClr val="7F32C8"/>
      </a:accent3>
      <a:accent4>
        <a:srgbClr val="F0AE19"/>
      </a:accent4>
      <a:accent5>
        <a:srgbClr val="0A7BC2"/>
      </a:accent5>
      <a:accent6>
        <a:srgbClr val="16C78E"/>
      </a:accent6>
      <a:hlink>
        <a:srgbClr val="004EA8"/>
      </a:hlink>
      <a:folHlink>
        <a:srgbClr val="C3094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lecom Pucp" id="{04A4479E-36D6-4C66-807A-9F4E8318654E}" vid="{A438D0C6-9502-4DA2-8DE8-05B87C02855A}"/>
    </a:ext>
  </a:extLst>
</a:theme>
</file>

<file path=ppt/theme/theme5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Plantilla_Telecomunicaciones (1)</Template>
  <TotalTime>2130</TotalTime>
  <Words>631</Words>
  <Application>Microsoft Office PowerPoint</Application>
  <PresentationFormat>Panorámica</PresentationFormat>
  <Paragraphs>110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15</vt:i4>
      </vt:variant>
    </vt:vector>
  </HeadingPairs>
  <TitlesOfParts>
    <vt:vector size="23" baseType="lpstr">
      <vt:lpstr>Arial</vt:lpstr>
      <vt:lpstr>Montserrat</vt:lpstr>
      <vt:lpstr>Montserrat Medium</vt:lpstr>
      <vt:lpstr>Wingdings</vt:lpstr>
      <vt:lpstr>Tema de Office</vt:lpstr>
      <vt:lpstr>1_Tema de Office</vt:lpstr>
      <vt:lpstr>Diseño personalizado</vt:lpstr>
      <vt:lpstr>Telecom Pucp</vt:lpstr>
      <vt:lpstr>Presentación de PowerPoint</vt:lpstr>
      <vt:lpstr>Metodología Ágil y Framework SCRUM</vt:lpstr>
      <vt:lpstr>Definición: Tipos de Agilidad</vt:lpstr>
      <vt:lpstr>SCRUM Framework</vt:lpstr>
      <vt:lpstr>SCRUM Framework</vt:lpstr>
      <vt:lpstr>SCRUM Framework</vt:lpstr>
      <vt:lpstr>Daily Meetings</vt:lpstr>
      <vt:lpstr>Descubriendo una iniciativa</vt:lpstr>
      <vt:lpstr>Identificación de épicas</vt:lpstr>
      <vt:lpstr>Definiendo las HU (historias de usuario)</vt:lpstr>
      <vt:lpstr>Priorización</vt:lpstr>
      <vt:lpstr>Planificación de Releases</vt:lpstr>
      <vt:lpstr>SCRUM Framework</vt:lpstr>
      <vt:lpstr>Ejemplo: Historia de Usuario</vt:lpstr>
      <vt:lpstr>Ejercicio Práctico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Programación Orientada a Objetos &amp; Introducción a Java</dc:title>
  <dc:creator>Brenda Tumbalobos</dc:creator>
  <cp:lastModifiedBy>Brenda Tumbalobos Cubas</cp:lastModifiedBy>
  <cp:revision>27</cp:revision>
  <dcterms:created xsi:type="dcterms:W3CDTF">2023-10-28T21:43:03Z</dcterms:created>
  <dcterms:modified xsi:type="dcterms:W3CDTF">2026-03-24T22:52:47Z</dcterms:modified>
</cp:coreProperties>
</file>